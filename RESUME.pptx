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7" r:id="rId1"/>
  </p:sldMasterIdLst>
  <p:sldIdLst>
    <p:sldId id="256" r:id="rId2"/>
    <p:sldId id="258" r:id="rId3"/>
    <p:sldId id="259" r:id="rId4"/>
    <p:sldId id="263" r:id="rId5"/>
    <p:sldId id="260" r:id="rId6"/>
    <p:sldId id="261" r:id="rId7"/>
    <p:sldId id="262"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584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31904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6750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7/29/2025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107405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60054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74353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88144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7/29/2025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19566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6122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223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03021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2045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01071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19702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2835365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4640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7/29/2025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1660407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875B08-53E6-43C0-B080-A9D360B06F22}"/>
              </a:ext>
            </a:extLst>
          </p:cNvPr>
          <p:cNvSpPr>
            <a:spLocks noGrp="1"/>
          </p:cNvSpPr>
          <p:nvPr>
            <p:ph type="ctrTitle"/>
          </p:nvPr>
        </p:nvSpPr>
        <p:spPr>
          <a:xfrm>
            <a:off x="1396230" y="423374"/>
            <a:ext cx="7766936" cy="833501"/>
          </a:xfrm>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RESUME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sz="2700" dirty="0">
                <a:latin typeface="GoldMine" panose="02000500000000000000" pitchFamily="2" charset="0"/>
                <a:cs typeface="Times New Roman" panose="02020603050405020304" pitchFamily="18" charset="0"/>
              </a:rPr>
              <a:t>YOUR TICKET TO  AN INTEVIEW</a:t>
            </a:r>
            <a:endParaRPr lang="en-IN" sz="2700" dirty="0">
              <a:latin typeface="GoldMine" panose="02000500000000000000" pitchFamily="2" charset="0"/>
              <a:cs typeface="Times New Roman" panose="02020603050405020304" pitchFamily="18" charset="0"/>
            </a:endParaRPr>
          </a:p>
        </p:txBody>
      </p:sp>
      <p:sp>
        <p:nvSpPr>
          <p:cNvPr id="3" name="Subtitle 2">
            <a:extLst>
              <a:ext uri="{FF2B5EF4-FFF2-40B4-BE49-F238E27FC236}">
                <a16:creationId xmlns="" xmlns:a16="http://schemas.microsoft.com/office/drawing/2014/main" id="{0A034E24-F062-4F16-BADD-02646BDF26E9}"/>
              </a:ext>
            </a:extLst>
          </p:cNvPr>
          <p:cNvSpPr>
            <a:spLocks noGrp="1"/>
          </p:cNvSpPr>
          <p:nvPr>
            <p:ph type="subTitle" idx="1"/>
          </p:nvPr>
        </p:nvSpPr>
        <p:spPr>
          <a:xfrm>
            <a:off x="1812561" y="2147839"/>
            <a:ext cx="7877078" cy="4433454"/>
          </a:xfrm>
        </p:spPr>
        <p:txBody>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pic>
        <p:nvPicPr>
          <p:cNvPr id="9" name="Picture 8" descr="TICKET TO JOB&#10;">
            <a:extLst>
              <a:ext uri="{FF2B5EF4-FFF2-40B4-BE49-F238E27FC236}">
                <a16:creationId xmlns="" xmlns:a16="http://schemas.microsoft.com/office/drawing/2014/main" id="{00F39D17-85F8-46C0-A679-88E3E17EB33C}"/>
              </a:ext>
            </a:extLst>
          </p:cNvPr>
          <p:cNvPicPr>
            <a:picLocks noChangeAspect="1"/>
          </p:cNvPicPr>
          <p:nvPr/>
        </p:nvPicPr>
        <p:blipFill>
          <a:blip r:embed="rId2"/>
          <a:stretch>
            <a:fillRect/>
          </a:stretch>
        </p:blipFill>
        <p:spPr>
          <a:xfrm>
            <a:off x="1448146" y="1440578"/>
            <a:ext cx="7410056" cy="4586443"/>
          </a:xfrm>
          <a:prstGeom prst="rect">
            <a:avLst/>
          </a:prstGeom>
        </p:spPr>
      </p:pic>
    </p:spTree>
    <p:extLst>
      <p:ext uri="{BB962C8B-B14F-4D97-AF65-F5344CB8AC3E}">
        <p14:creationId xmlns:p14="http://schemas.microsoft.com/office/powerpoint/2010/main" val="2028171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0197AE-6DE2-42C7-AB0F-E8E22408ED04}"/>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SOMEONE ONCE SAID</a:t>
            </a:r>
            <a:r>
              <a:rPr lang="en-US" dirty="0">
                <a:latin typeface="Times New Roman" panose="02020603050405020304" pitchFamily="18" charset="0"/>
                <a:cs typeface="Times New Roman" panose="02020603050405020304" pitchFamily="18" charset="0"/>
              </a:rPr>
              <a:t>:</a:t>
            </a:r>
            <a:r>
              <a:rPr lang="en-US" dirty="0"/>
              <a:t>		</a:t>
            </a:r>
            <a:endParaRPr lang="en-IN" dirty="0"/>
          </a:p>
        </p:txBody>
      </p:sp>
      <p:sp>
        <p:nvSpPr>
          <p:cNvPr id="3" name="Content Placeholder 2">
            <a:extLst>
              <a:ext uri="{FF2B5EF4-FFF2-40B4-BE49-F238E27FC236}">
                <a16:creationId xmlns="" xmlns:a16="http://schemas.microsoft.com/office/drawing/2014/main" id="{7D017C7E-3E75-473E-BF6E-EE894C955B63}"/>
              </a:ext>
            </a:extLst>
          </p:cNvPr>
          <p:cNvSpPr>
            <a:spLocks noGrp="1"/>
          </p:cNvSpPr>
          <p:nvPr>
            <p:ph idx="1"/>
          </p:nvPr>
        </p:nvSpPr>
        <p:spPr>
          <a:xfrm>
            <a:off x="335589" y="1818844"/>
            <a:ext cx="8596668" cy="3880773"/>
          </a:xfrm>
        </p:spPr>
        <p:txBody>
          <a:bodyPr/>
          <a:lstStyle/>
          <a:p>
            <a:pPr marL="0" indent="0" algn="ctr">
              <a:buNone/>
            </a:pPr>
            <a:r>
              <a:rPr lang="en-US"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YOU NEVER GET A SECOND CHNACE TO CREATE A FIRST IMPRESSION ”</a:t>
            </a:r>
          </a:p>
          <a:p>
            <a:pPr marL="0" indent="0">
              <a:buNone/>
            </a:pPr>
            <a:endParaRPr lang="en-US" sz="2400" dirty="0">
              <a:latin typeface="Times New Roman" panose="02020603050405020304" pitchFamily="18" charset="0"/>
              <a:cs typeface="Times New Roman" panose="02020603050405020304" pitchFamily="18" charset="0"/>
            </a:endParaRPr>
          </a:p>
          <a:p>
            <a:pPr marL="0" indent="0" algn="ctr">
              <a:buNone/>
            </a:pPr>
            <a:r>
              <a:rPr lang="en-US" sz="2400" dirty="0">
                <a:latin typeface="Times New Roman" panose="02020603050405020304" pitchFamily="18" charset="0"/>
                <a:cs typeface="Times New Roman" panose="02020603050405020304" pitchFamily="18" charset="0"/>
              </a:rPr>
              <a:t>“YOUR </a:t>
            </a:r>
            <a:r>
              <a:rPr lang="en-US" sz="2400" b="1" dirty="0">
                <a:latin typeface="Times New Roman" panose="02020603050405020304" pitchFamily="18" charset="0"/>
                <a:cs typeface="Times New Roman" panose="02020603050405020304" pitchFamily="18" charset="0"/>
              </a:rPr>
              <a:t>RESUME </a:t>
            </a:r>
            <a:r>
              <a:rPr lang="en-US" sz="2400" dirty="0">
                <a:latin typeface="Times New Roman" panose="02020603050405020304" pitchFamily="18" charset="0"/>
                <a:cs typeface="Times New Roman" panose="02020603050405020304" pitchFamily="18" charset="0"/>
              </a:rPr>
              <a:t>IS ONE OF YOUR </a:t>
            </a:r>
            <a:r>
              <a:rPr lang="en-US" sz="2400" b="1" dirty="0">
                <a:latin typeface="Times New Roman" panose="02020603050405020304" pitchFamily="18" charset="0"/>
                <a:cs typeface="Times New Roman" panose="02020603050405020304" pitchFamily="18" charset="0"/>
              </a:rPr>
              <a:t>FIRST</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IMPRESSION </a:t>
            </a:r>
            <a:r>
              <a:rPr lang="en-US" sz="2400" dirty="0">
                <a:latin typeface="Times New Roman" panose="02020603050405020304" pitchFamily="18" charset="0"/>
                <a:cs typeface="Times New Roman" panose="02020603050405020304" pitchFamily="18" charset="0"/>
              </a:rPr>
              <a:t>WITH A POTENTIAL </a:t>
            </a:r>
            <a:r>
              <a:rPr lang="en-US" sz="2400" b="1" dirty="0">
                <a:latin typeface="Times New Roman" panose="02020603050405020304" pitchFamily="18" charset="0"/>
                <a:cs typeface="Times New Roman" panose="02020603050405020304" pitchFamily="18" charset="0"/>
              </a:rPr>
              <a:t>EMPLOYER”</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75463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D6B1C4-9EEF-4434-AC7E-D919A5A3D7CD}"/>
              </a:ext>
            </a:extLst>
          </p:cNvPr>
          <p:cNvSpPr>
            <a:spLocks noGrp="1"/>
          </p:cNvSpPr>
          <p:nvPr>
            <p:ph type="title"/>
          </p:nvPr>
        </p:nvSpPr>
        <p:spPr>
          <a:xfrm>
            <a:off x="677334" y="609600"/>
            <a:ext cx="8596668" cy="1025236"/>
          </a:xfrm>
        </p:spPr>
        <p:txBody>
          <a:bodyPr/>
          <a:lstStyle/>
          <a:p>
            <a:pPr algn="ctr"/>
            <a:r>
              <a:rPr lang="en-US" b="1" dirty="0">
                <a:latin typeface="Times New Roman" panose="02020603050405020304" pitchFamily="18" charset="0"/>
                <a:cs typeface="Times New Roman" panose="02020603050405020304" pitchFamily="18" charset="0"/>
              </a:rPr>
              <a:t>PRIMARY PURPOSE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4904AD68-EBB9-4094-8187-6A0B13FDF8AA}"/>
              </a:ext>
            </a:extLst>
          </p:cNvPr>
          <p:cNvSpPr>
            <a:spLocks noGrp="1"/>
          </p:cNvSpPr>
          <p:nvPr>
            <p:ph idx="1"/>
          </p:nvPr>
        </p:nvSpPr>
        <p:spPr>
          <a:xfrm>
            <a:off x="1052445" y="2101272"/>
            <a:ext cx="8596668" cy="2655456"/>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resume is a marketing piece that presents you in the best possible light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not an application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72413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3 STAGES OF EVALUATION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Application Tracking System</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Recruiter</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HR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29623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0E4797-F13B-4A4B-890A-13B85556F63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TIPS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2A4F64A6-9042-4187-B632-FB67F8890635}"/>
              </a:ext>
            </a:extLst>
          </p:cNvPr>
          <p:cNvSpPr>
            <a:spLocks noGrp="1"/>
          </p:cNvSpPr>
          <p:nvPr>
            <p:ph idx="1"/>
          </p:nvPr>
        </p:nvSpPr>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Choose conventional fonts like….</a:t>
            </a:r>
          </a:p>
          <a:p>
            <a:pPr marL="0" indent="0">
              <a:buNone/>
            </a:pPr>
            <a:r>
              <a:rPr lang="en-US" dirty="0">
                <a:latin typeface="Times New Roman" panose="02020603050405020304" pitchFamily="18" charset="0"/>
                <a:cs typeface="Times New Roman" panose="02020603050405020304" pitchFamily="18" charset="0"/>
              </a:rPr>
              <a:t>           Times new roman</a:t>
            </a:r>
          </a:p>
          <a:p>
            <a:pPr marL="0" indent="0">
              <a:buNone/>
            </a:pPr>
            <a:r>
              <a:rPr lang="en-US" dirty="0">
                <a:latin typeface="Times New Roman" panose="02020603050405020304" pitchFamily="18" charset="0"/>
                <a:cs typeface="Times New Roman" panose="02020603050405020304" pitchFamily="18" charset="0"/>
              </a:rPr>
              <a:t>           Arial</a:t>
            </a:r>
          </a:p>
          <a:p>
            <a:pPr marL="0" indent="0">
              <a:buNone/>
            </a:pPr>
            <a:r>
              <a:rPr lang="en-US" dirty="0">
                <a:latin typeface="Times New Roman" panose="02020603050405020304" pitchFamily="18" charset="0"/>
                <a:cs typeface="Times New Roman" panose="02020603050405020304" pitchFamily="18" charset="0"/>
              </a:rPr>
              <a:t>           Tahoma</a:t>
            </a:r>
          </a:p>
          <a:p>
            <a:pPr marL="0" indent="0">
              <a:buNone/>
            </a:pPr>
            <a:r>
              <a:rPr lang="en-US" dirty="0">
                <a:latin typeface="Times New Roman" panose="02020603050405020304" pitchFamily="18" charset="0"/>
                <a:cs typeface="Times New Roman" panose="02020603050405020304" pitchFamily="18" charset="0"/>
              </a:rPr>
              <a:t>           Verdana</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Font size should be 10-12</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Avoid lot of bold, italics, tables and underlining</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 keywords for your industry jobs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Don’t use header and footer</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8AF152A6-76B4-4FCB-972C-A031483C0B0E}"/>
              </a:ext>
            </a:extLst>
          </p:cNvPr>
          <p:cNvPicPr>
            <a:picLocks noChangeAspect="1"/>
          </p:cNvPicPr>
          <p:nvPr/>
        </p:nvPicPr>
        <p:blipFill>
          <a:blip r:embed="rId2"/>
          <a:stretch>
            <a:fillRect/>
          </a:stretch>
        </p:blipFill>
        <p:spPr>
          <a:xfrm>
            <a:off x="4975668" y="130969"/>
            <a:ext cx="2667000" cy="1914525"/>
          </a:xfrm>
          <a:prstGeom prst="rect">
            <a:avLst/>
          </a:prstGeom>
        </p:spPr>
      </p:pic>
    </p:spTree>
    <p:extLst>
      <p:ext uri="{BB962C8B-B14F-4D97-AF65-F5344CB8AC3E}">
        <p14:creationId xmlns:p14="http://schemas.microsoft.com/office/powerpoint/2010/main" val="12257088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B5ABAA-49AC-41E7-A9E5-09890726BB0E}"/>
              </a:ext>
            </a:extLst>
          </p:cNvPr>
          <p:cNvSpPr>
            <a:spLocks noGrp="1"/>
          </p:cNvSpPr>
          <p:nvPr>
            <p:ph type="title"/>
          </p:nvPr>
        </p:nvSpPr>
        <p:spPr>
          <a:xfrm>
            <a:off x="93834" y="508958"/>
            <a:ext cx="9603275" cy="756426"/>
          </a:xfrm>
        </p:spPr>
        <p:txBody>
          <a:bodyPr>
            <a:normAutofit/>
          </a:bodyPr>
          <a:lstStyle/>
          <a:p>
            <a:pPr algn="ctr"/>
            <a:r>
              <a:rPr lang="en-US" sz="3600" b="1" dirty="0">
                <a:latin typeface="Times New Roman" panose="02020603050405020304" pitchFamily="18" charset="0"/>
                <a:cs typeface="Times New Roman" panose="02020603050405020304" pitchFamily="18" charset="0"/>
              </a:rPr>
              <a:t>STRUCTURE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3936B262-94BF-47B9-BD8C-555C860C794E}"/>
              </a:ext>
            </a:extLst>
          </p:cNvPr>
          <p:cNvSpPr>
            <a:spLocks noGrp="1"/>
          </p:cNvSpPr>
          <p:nvPr>
            <p:ph idx="1"/>
          </p:nvPr>
        </p:nvSpPr>
        <p:spPr>
          <a:xfrm>
            <a:off x="1294362" y="1939637"/>
            <a:ext cx="9603275" cy="3916218"/>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You  can arrange your resume in a variety of formats</a:t>
            </a:r>
          </a:p>
          <a:p>
            <a:pPr marL="0" indent="0">
              <a:buNone/>
            </a:pPr>
            <a:r>
              <a:rPr lang="en-US" dirty="0">
                <a:latin typeface="Times New Roman" panose="02020603050405020304" pitchFamily="18" charset="0"/>
                <a:cs typeface="Times New Roman" panose="02020603050405020304" pitchFamily="18" charset="0"/>
              </a:rPr>
              <a:t>However, most resumes follow this type of order:</a:t>
            </a:r>
          </a:p>
          <a:p>
            <a:pPr marL="0" indent="0">
              <a:buNone/>
            </a:pP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Name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Personal </a:t>
            </a:r>
            <a:r>
              <a:rPr lang="en-US" dirty="0">
                <a:latin typeface="Times New Roman" panose="02020603050405020304" pitchFamily="18" charset="0"/>
                <a:cs typeface="Times New Roman" panose="02020603050405020304" pitchFamily="18" charset="0"/>
              </a:rPr>
              <a:t>information(mail id, contact num, LinkedIn </a:t>
            </a:r>
            <a:r>
              <a:rPr lang="en-US" dirty="0" smtClean="0">
                <a:latin typeface="Times New Roman" panose="02020603050405020304" pitchFamily="18" charset="0"/>
                <a:cs typeface="Times New Roman" panose="02020603050405020304" pitchFamily="18" charset="0"/>
              </a:rPr>
              <a:t>id, GitHub, Leet code profile)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Education </a:t>
            </a:r>
            <a:r>
              <a:rPr lang="en-US" dirty="0">
                <a:latin typeface="Times New Roman" panose="02020603050405020304" pitchFamily="18" charset="0"/>
                <a:cs typeface="Times New Roman" panose="02020603050405020304" pitchFamily="18" charset="0"/>
              </a:rPr>
              <a:t>qualification(chronological order</a:t>
            </a:r>
            <a:r>
              <a:rPr lang="en-US" dirty="0" smtClean="0">
                <a:latin typeface="Times New Roman" panose="02020603050405020304" pitchFamily="18" charset="0"/>
                <a:cs typeface="Times New Roman" panose="02020603050405020304" pitchFamily="18" charset="0"/>
              </a:rPr>
              <a:t>)</a:t>
            </a:r>
          </a:p>
          <a:p>
            <a:pPr marL="0" indent="0">
              <a:buNone/>
            </a:pPr>
            <a:r>
              <a:rPr lang="en-US"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Project(Micro</a:t>
            </a:r>
            <a:r>
              <a:rPr lang="en-US" dirty="0" smtClean="0">
                <a:latin typeface="Times New Roman" panose="02020603050405020304" pitchFamily="18" charset="0"/>
                <a:cs typeface="Times New Roman" panose="02020603050405020304" pitchFamily="18" charset="0"/>
              </a:rPr>
              <a:t>, Mini, Major)</a:t>
            </a:r>
          </a:p>
          <a:p>
            <a:pPr marL="0" indent="0">
              <a:buNone/>
            </a:pPr>
            <a:r>
              <a:rPr lang="en-US"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Internship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Achievements(Hackathon</a:t>
            </a:r>
            <a:r>
              <a:rPr lang="en-US" dirty="0" smtClean="0">
                <a:latin typeface="Times New Roman" panose="02020603050405020304" pitchFamily="18" charset="0"/>
                <a:cs typeface="Times New Roman" panose="02020603050405020304" pitchFamily="18" charset="0"/>
              </a:rPr>
              <a:t>, Project Context, GitHub, Leet code)</a:t>
            </a:r>
            <a:endParaRPr lang="en-US" dirty="0">
              <a:latin typeface="Times New Roman" panose="02020603050405020304" pitchFamily="18" charset="0"/>
              <a:cs typeface="Times New Roman" panose="02020603050405020304" pitchFamily="18" charset="0"/>
            </a:endParaRPr>
          </a:p>
          <a:p>
            <a:pPr marL="0" indent="0">
              <a:buNone/>
            </a:pPr>
            <a:r>
              <a:rPr lang="en-US" smtClean="0">
                <a:latin typeface="Times New Roman" panose="02020603050405020304" pitchFamily="18" charset="0"/>
                <a:cs typeface="Times New Roman" panose="02020603050405020304" pitchFamily="18" charset="0"/>
              </a:rPr>
              <a:t>          </a:t>
            </a:r>
            <a:r>
              <a:rPr lang="en-US" smtClean="0">
                <a:latin typeface="Times New Roman" panose="02020603050405020304" pitchFamily="18" charset="0"/>
                <a:cs typeface="Times New Roman" panose="02020603050405020304" pitchFamily="18" charset="0"/>
              </a:rPr>
              <a:t>Additional </a:t>
            </a:r>
            <a:r>
              <a:rPr lang="en-US" dirty="0">
                <a:latin typeface="Times New Roman" panose="02020603050405020304" pitchFamily="18" charset="0"/>
                <a:cs typeface="Times New Roman" panose="02020603050405020304" pitchFamily="18" charset="0"/>
              </a:rPr>
              <a:t>skills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2523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Don't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Two Pages</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Empty </a:t>
            </a:r>
            <a:r>
              <a:rPr lang="en-US" dirty="0" smtClean="0">
                <a:latin typeface="Times New Roman" panose="02020603050405020304" pitchFamily="18" charset="0"/>
                <a:cs typeface="Times New Roman" panose="02020603050405020304" pitchFamily="18" charset="0"/>
              </a:rPr>
              <a:t>Space</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Use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Non technical stuff(Part of organizing event, Symposium)</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Add Soft skill which is </a:t>
            </a:r>
            <a:r>
              <a:rPr lang="en-US" dirty="0" smtClean="0">
                <a:latin typeface="Times New Roman" panose="02020603050405020304" pitchFamily="18" charset="0"/>
                <a:cs typeface="Times New Roman" panose="02020603050405020304" pitchFamily="18" charset="0"/>
              </a:rPr>
              <a:t>irrelevant</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Skill Ratings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03399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TEMPLATES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Over leaf </a:t>
            </a:r>
            <a:r>
              <a:rPr lang="en-US" dirty="0" smtClean="0">
                <a:latin typeface="Times New Roman" panose="02020603050405020304" pitchFamily="18" charset="0"/>
                <a:cs typeface="Times New Roman" panose="02020603050405020304" pitchFamily="18" charset="0"/>
              </a:rPr>
              <a:t>site</a:t>
            </a:r>
          </a:p>
          <a:p>
            <a:pPr marL="0" indent="0">
              <a:buNone/>
            </a:pP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Deedy</a:t>
            </a:r>
            <a:r>
              <a:rPr lang="en-US" dirty="0" smtClean="0">
                <a:latin typeface="Times New Roman" panose="02020603050405020304" pitchFamily="18" charset="0"/>
                <a:cs typeface="Times New Roman" panose="02020603050405020304" pitchFamily="18" charset="0"/>
              </a:rPr>
              <a:t> Resume (</a:t>
            </a:r>
            <a:r>
              <a:rPr lang="en-US" dirty="0" smtClean="0">
                <a:latin typeface="Times New Roman" panose="02020603050405020304" pitchFamily="18" charset="0"/>
                <a:cs typeface="Times New Roman" panose="02020603050405020304" pitchFamily="18" charset="0"/>
              </a:rPr>
              <a:t>Perfect </a:t>
            </a:r>
            <a:r>
              <a:rPr lang="en-US" dirty="0" smtClean="0">
                <a:latin typeface="Times New Roman" panose="02020603050405020304" pitchFamily="18" charset="0"/>
                <a:cs typeface="Times New Roman" panose="02020603050405020304" pitchFamily="18" charset="0"/>
              </a:rPr>
              <a:t>Content)</a:t>
            </a:r>
          </a:p>
          <a:p>
            <a:pPr marL="0" indent="0">
              <a:buNone/>
            </a:pPr>
            <a:r>
              <a:rPr lang="en-US" dirty="0" smtClean="0">
                <a:latin typeface="Times New Roman" panose="02020603050405020304" pitchFamily="18" charset="0"/>
                <a:cs typeface="Times New Roman" panose="02020603050405020304" pitchFamily="18" charset="0"/>
              </a:rPr>
              <a:t>             Render cv (</a:t>
            </a:r>
            <a:r>
              <a:rPr lang="en-US" dirty="0" smtClean="0">
                <a:latin typeface="Times New Roman" panose="02020603050405020304" pitchFamily="18" charset="0"/>
                <a:cs typeface="Times New Roman" panose="02020603050405020304" pitchFamily="18" charset="0"/>
              </a:rPr>
              <a:t>No proper Content</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Resume Now</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Flow </a:t>
            </a:r>
            <a:r>
              <a:rPr lang="en-US" dirty="0" err="1" smtClean="0">
                <a:latin typeface="Times New Roman" panose="02020603050405020304" pitchFamily="18" charset="0"/>
                <a:cs typeface="Times New Roman" panose="02020603050405020304" pitchFamily="18" charset="0"/>
              </a:rPr>
              <a:t>Cv</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0616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How to Generate Resume</a:t>
            </a:r>
            <a:endParaRPr lang="en-IN"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Find Right Template</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Fix Resume Section</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Make rough draft in Document</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Use Chat GPT to make your Resume more technically sound</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Use Latex Language</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Grammar Check using Grammarly App</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Check ATS Score</a:t>
            </a:r>
          </a:p>
          <a:p>
            <a:pPr marL="0" indent="0">
              <a:buNone/>
            </a:pPr>
            <a:r>
              <a:rPr lang="en-US" dirty="0" smtClean="0">
                <a:latin typeface="Times New Roman" panose="02020603050405020304" pitchFamily="18" charset="0"/>
                <a:cs typeface="Times New Roman" panose="02020603050405020304" pitchFamily="18" charset="0"/>
              </a:rPr>
              <a:t>        1.Skill syncher</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2. Resume.io</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3. ResumeWorded.com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71839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Prompt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I Am preparing my resume for software engineer role. I want to make it look more professional and technically sound. I will give you my resume, it might be in simple English and with limited technical term so you make it more professional and technical. And include the more metrics wherever needed. Make sure projects includes What did you do, how did you do, What was the impact it Achieved-these three points to be covered in any info you convert.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8945308"/>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401</TotalTime>
  <Words>356</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GoldMine</vt:lpstr>
      <vt:lpstr>Times New Roman</vt:lpstr>
      <vt:lpstr>Trebuchet MS</vt:lpstr>
      <vt:lpstr>Wingdings</vt:lpstr>
      <vt:lpstr>Wingdings 3</vt:lpstr>
      <vt:lpstr>Facet</vt:lpstr>
      <vt:lpstr>RESUME YOUR TICKET TO  AN INTEVIEW</vt:lpstr>
      <vt:lpstr>SOMEONE ONCE SAID:  </vt:lpstr>
      <vt:lpstr>PRIMARY PURPOSE</vt:lpstr>
      <vt:lpstr>3 STAGES OF EVALUATION</vt:lpstr>
      <vt:lpstr>                     TIPS</vt:lpstr>
      <vt:lpstr>STRUCTURE</vt:lpstr>
      <vt:lpstr>Don't</vt:lpstr>
      <vt:lpstr>TEMPLATES</vt:lpstr>
      <vt:lpstr>How to Generate Resume</vt:lpstr>
      <vt:lpstr>Prompt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RESUME</dc:title>
  <dc:creator>tamil alakan</dc:creator>
  <cp:lastModifiedBy>user</cp:lastModifiedBy>
  <cp:revision>33</cp:revision>
  <dcterms:created xsi:type="dcterms:W3CDTF">2020-02-02T08:37:13Z</dcterms:created>
  <dcterms:modified xsi:type="dcterms:W3CDTF">2025-07-29T18:50:43Z</dcterms:modified>
</cp:coreProperties>
</file>