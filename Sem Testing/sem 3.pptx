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80250" y="10380654"/>
            <a:ext cx="149225" cy="137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9070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0595" y="514350"/>
            <a:ext cx="449897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08355" marR="31750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2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5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-</a:t>
            </a:r>
            <a:r>
              <a:rPr sz="1350" b="1" spc="-160" dirty="0">
                <a:latin typeface="Tahoma"/>
                <a:cs typeface="Tahoma"/>
              </a:rPr>
              <a:t> </a:t>
            </a:r>
            <a:r>
              <a:rPr sz="1350" b="1" spc="-30" dirty="0">
                <a:latin typeface="Tahoma"/>
                <a:cs typeface="Tahoma"/>
              </a:rPr>
              <a:t>DEC-</a:t>
            </a:r>
            <a:r>
              <a:rPr sz="1350" b="1" spc="-11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</a:t>
            </a:r>
            <a:r>
              <a:rPr lang="en-US" sz="1350" b="1" spc="-20" dirty="0">
                <a:latin typeface="Tahoma"/>
                <a:cs typeface="Tahoma"/>
              </a:rPr>
              <a:t>4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84205"/>
              </p:ext>
            </p:extLst>
          </p:nvPr>
        </p:nvGraphicFramePr>
        <p:xfrm>
          <a:off x="636587" y="2998787"/>
          <a:ext cx="6276975" cy="91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20MA343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Computational Techniques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n-US" sz="1050" b="1" spc="-25" dirty="0">
                          <a:latin typeface="Times New Roman"/>
                          <a:cs typeface="Times New Roman"/>
                        </a:rPr>
                        <a:t>A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IN"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20PH051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Physics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RA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488963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20CS314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Organisation and Architecture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3895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23950" y="5586729"/>
            <a:ext cx="5739130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731</a:t>
            </a:r>
            <a:r>
              <a:rPr lang="en-US" sz="1050" b="1" spc="-10" dirty="0">
                <a:latin typeface="Times New Roman"/>
                <a:cs typeface="Times New Roman"/>
              </a:rPr>
              <a:t>52313001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90868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050" b="1" dirty="0">
                <a:latin typeface="Times New Roman"/>
                <a:cs typeface="Times New Roman"/>
              </a:rPr>
              <a:t>:</a:t>
            </a:r>
            <a:r>
              <a:rPr lang="en-IN" sz="1050" b="1" spc="-65" dirty="0">
                <a:latin typeface="Times New Roman"/>
                <a:cs typeface="Times New Roman"/>
              </a:rPr>
              <a:t> CRIS K</a:t>
            </a:r>
            <a:endParaRPr lang="en-IN" sz="10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102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65730" y="514350"/>
            <a:ext cx="461073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62965" marR="37465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4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2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4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lang="en-IN" sz="1350" b="1" spc="-20" dirty="0">
                <a:latin typeface="Tahoma"/>
                <a:cs typeface="Tahoma"/>
              </a:rPr>
              <a:t>–</a:t>
            </a:r>
            <a:r>
              <a:rPr lang="en-US" sz="1350" b="1" spc="-160" dirty="0">
                <a:latin typeface="Tahoma"/>
                <a:cs typeface="Tahoma"/>
              </a:rPr>
              <a:t> Dec </a:t>
            </a:r>
            <a:r>
              <a:rPr sz="1350" b="1" spc="-20" dirty="0">
                <a:latin typeface="Tahoma"/>
                <a:cs typeface="Tahoma"/>
              </a:rPr>
              <a:t>-</a:t>
            </a:r>
            <a:r>
              <a:rPr sz="1350" b="1" spc="-135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2024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950" y="6168008"/>
            <a:ext cx="5738495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marL="12065" marR="5080" algn="ctr">
              <a:lnSpc>
                <a:spcPct val="118100"/>
              </a:lnSpc>
              <a:spcBef>
                <a:spcPts val="69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0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0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 </a:t>
            </a: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lang="en-US" sz="1050" b="1" spc="-10" dirty="0">
                <a:latin typeface="Times New Roman"/>
                <a:cs typeface="Times New Roman"/>
              </a:rPr>
              <a:t>73152313002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139954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lang="en-US" sz="1050" b="1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S</a:t>
            </a:r>
            <a:r>
              <a:rPr lang="en-US" sz="1050" b="1" spc="-50" dirty="0">
                <a:latin typeface="Times New Roman"/>
                <a:cs typeface="Times New Roman"/>
              </a:rPr>
              <a:t>IVA KUMAR S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3280DDE2-BB09-67D4-0B74-758524864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950289"/>
              </p:ext>
            </p:extLst>
          </p:nvPr>
        </p:nvGraphicFramePr>
        <p:xfrm>
          <a:off x="636587" y="2998787"/>
          <a:ext cx="6276975" cy="111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20MA343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Computational Techniques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n-US" sz="1050" b="1" spc="-25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20CS314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Organisation and Architecture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38951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20MA151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Environmental Science and Engineering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992394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20PH051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Physics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455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102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6691" y="514350"/>
            <a:ext cx="448754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02005" marR="31242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2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5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sz="1350" b="1" spc="-10" dirty="0">
                <a:latin typeface="Tahoma"/>
                <a:cs typeface="Tahoma"/>
              </a:rPr>
              <a:t>–</a:t>
            </a:r>
            <a:r>
              <a:rPr sz="1350" b="1" spc="-150" dirty="0">
                <a:latin typeface="Tahoma"/>
                <a:cs typeface="Tahoma"/>
              </a:rPr>
              <a:t> </a:t>
            </a:r>
            <a:r>
              <a:rPr sz="1350" b="1" spc="-25" dirty="0">
                <a:latin typeface="Tahoma"/>
                <a:cs typeface="Tahoma"/>
              </a:rPr>
              <a:t>Dec-</a:t>
            </a:r>
            <a:r>
              <a:rPr sz="1350" b="1" spc="-20" dirty="0">
                <a:latin typeface="Tahoma"/>
                <a:cs typeface="Tahoma"/>
              </a:rPr>
              <a:t>2024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950" y="5586729"/>
            <a:ext cx="5739130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lang="en-US" sz="1050" b="1" spc="-10" dirty="0">
                <a:latin typeface="Times New Roman"/>
                <a:cs typeface="Times New Roman"/>
              </a:rPr>
              <a:t>73152313003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87693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lang="en-US" sz="1050" b="1" spc="-45" dirty="0">
                <a:latin typeface="Times New Roman"/>
                <a:cs typeface="Times New Roman"/>
              </a:rPr>
              <a:t>EDWIN R</a:t>
            </a:r>
            <a:endParaRPr lang="en-US" sz="1050" b="1" spc="-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11B5A130-D222-7C63-57CB-780C07D8E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8027"/>
              </p:ext>
            </p:extLst>
          </p:nvPr>
        </p:nvGraphicFramePr>
        <p:xfrm>
          <a:off x="636587" y="2998787"/>
          <a:ext cx="6276975" cy="717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20MA343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Computational Techniques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lang="en-US" sz="1050" b="1" spc="-25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20CS314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lang="en-I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Organisation and Architecture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389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405</Words>
  <Application>Microsoft Office PowerPoint</Application>
  <PresentationFormat>Custom</PresentationFormat>
  <Paragraphs>122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Mohammed Ashik M</cp:lastModifiedBy>
  <cp:revision>3</cp:revision>
  <dcterms:created xsi:type="dcterms:W3CDTF">2026-06-16T16:46:55Z</dcterms:created>
  <dcterms:modified xsi:type="dcterms:W3CDTF">2026-06-16T17:36:43Z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2026-06-16T00:00:00Z</vt:filetime>
  </property>
  <property fmtid="{D5CDD505-2E9C-101B-9397-08002B2CF9AE}" pid="6" name="Producer">
    <vt:lpwstr>www.ilovepdf.com</vt:lpwstr>
  </property>
</Properties>
</file>