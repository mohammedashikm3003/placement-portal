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</p:sldIdLst>
  <p:sldSz cx="7556500" cy="10693400"/>
  <p:notesSz cx="7556500" cy="10693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100" d="100"/>
          <a:sy n="100" d="100"/>
        </p:scale>
        <p:origin x="1445" y="-3317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66737" y="3314954"/>
            <a:ext cx="6423025" cy="22456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33475" y="5988304"/>
            <a:ext cx="5289550" cy="2673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25" dirty="0"/>
              <a:t>1/1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25" dirty="0"/>
              <a:t>1/1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77825" y="2459482"/>
            <a:ext cx="3287077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3891597" y="2459482"/>
            <a:ext cx="3287077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25" dirty="0"/>
              <a:t>1/1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6/16/2026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25" dirty="0"/>
              <a:t>1/1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6/16/2026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25" dirty="0"/>
              <a:t>1/1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6/16/2026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825" y="427736"/>
            <a:ext cx="6800850" cy="17109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825" y="2459482"/>
            <a:ext cx="6800850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7080250" y="10380654"/>
            <a:ext cx="149225" cy="13715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25" dirty="0"/>
              <a:t>1/1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825" y="9944862"/>
            <a:ext cx="1737995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40680" y="9944862"/>
            <a:ext cx="1737995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ksrceresults.com/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ksrceresults.com/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ksrceresults.com/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22884" y="162306"/>
            <a:ext cx="767715" cy="14668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800" dirty="0">
                <a:latin typeface="Times New Roman"/>
                <a:cs typeface="Times New Roman"/>
              </a:rPr>
              <a:t>07/09/2023,</a:t>
            </a:r>
            <a:r>
              <a:rPr sz="800" spc="-60" dirty="0">
                <a:latin typeface="Times New Roman"/>
                <a:cs typeface="Times New Roman"/>
              </a:rPr>
              <a:t> </a:t>
            </a:r>
            <a:r>
              <a:rPr sz="800" spc="-10" dirty="0">
                <a:latin typeface="Times New Roman"/>
                <a:cs typeface="Times New Roman"/>
              </a:rPr>
              <a:t>19:11</a:t>
            </a:r>
            <a:endParaRPr sz="8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989070" y="162306"/>
            <a:ext cx="683260" cy="14668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800" spc="-10" dirty="0">
                <a:latin typeface="Times New Roman"/>
                <a:cs typeface="Times New Roman"/>
              </a:rPr>
              <a:t>ksrceresults.com</a:t>
            </a:r>
            <a:endParaRPr sz="8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94268" y="414173"/>
            <a:ext cx="969857" cy="1131965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2220595" y="514350"/>
            <a:ext cx="4498975" cy="1136015"/>
          </a:xfrm>
          <a:prstGeom prst="rect">
            <a:avLst/>
          </a:prstGeom>
        </p:spPr>
        <p:txBody>
          <a:bodyPr vert="horz" wrap="square" lIns="0" tIns="38735" rIns="0" bIns="0" rtlCol="0">
            <a:spAutoFit/>
          </a:bodyPr>
          <a:lstStyle/>
          <a:p>
            <a:pPr marL="808355" marR="317500" indent="-503555">
              <a:lnSpc>
                <a:spcPts val="1989"/>
              </a:lnSpc>
              <a:spcBef>
                <a:spcPts val="305"/>
              </a:spcBef>
            </a:pPr>
            <a:r>
              <a:rPr sz="1800" b="1" dirty="0">
                <a:latin typeface="Tahoma"/>
                <a:cs typeface="Tahoma"/>
              </a:rPr>
              <a:t>K.S.R</a:t>
            </a:r>
            <a:r>
              <a:rPr sz="1800" b="1" spc="-30" dirty="0">
                <a:latin typeface="Tahoma"/>
                <a:cs typeface="Tahoma"/>
              </a:rPr>
              <a:t> </a:t>
            </a:r>
            <a:r>
              <a:rPr sz="1800" b="1" spc="55" dirty="0">
                <a:latin typeface="Tahoma"/>
                <a:cs typeface="Tahoma"/>
              </a:rPr>
              <a:t>COLLEGE</a:t>
            </a:r>
            <a:r>
              <a:rPr sz="1800" b="1" spc="-15" dirty="0">
                <a:latin typeface="Tahoma"/>
                <a:cs typeface="Tahoma"/>
              </a:rPr>
              <a:t> </a:t>
            </a:r>
            <a:r>
              <a:rPr sz="1800" b="1" dirty="0">
                <a:latin typeface="Tahoma"/>
                <a:cs typeface="Tahoma"/>
              </a:rPr>
              <a:t>OF</a:t>
            </a:r>
            <a:r>
              <a:rPr sz="1800" b="1" spc="-25" dirty="0">
                <a:latin typeface="Tahoma"/>
                <a:cs typeface="Tahoma"/>
              </a:rPr>
              <a:t> </a:t>
            </a:r>
            <a:r>
              <a:rPr sz="1800" b="1" spc="-70" dirty="0">
                <a:latin typeface="Tahoma"/>
                <a:cs typeface="Tahoma"/>
              </a:rPr>
              <a:t>ENGINEERING, </a:t>
            </a:r>
            <a:r>
              <a:rPr sz="1800" b="1" spc="-30" dirty="0">
                <a:latin typeface="Tahoma"/>
                <a:cs typeface="Tahoma"/>
              </a:rPr>
              <a:t>TIRUCHENGODE </a:t>
            </a:r>
            <a:r>
              <a:rPr sz="1800" b="1" dirty="0">
                <a:latin typeface="Tahoma"/>
                <a:cs typeface="Tahoma"/>
              </a:rPr>
              <a:t>-</a:t>
            </a:r>
            <a:r>
              <a:rPr sz="1800" b="1" spc="-225" dirty="0">
                <a:latin typeface="Tahoma"/>
                <a:cs typeface="Tahoma"/>
              </a:rPr>
              <a:t> </a:t>
            </a:r>
            <a:r>
              <a:rPr sz="1800" b="1" spc="-110" dirty="0">
                <a:latin typeface="Tahoma"/>
                <a:cs typeface="Tahoma"/>
              </a:rPr>
              <a:t>637</a:t>
            </a:r>
            <a:r>
              <a:rPr sz="1800" b="1" spc="-185" dirty="0">
                <a:latin typeface="Tahoma"/>
                <a:cs typeface="Tahoma"/>
              </a:rPr>
              <a:t> </a:t>
            </a:r>
            <a:r>
              <a:rPr sz="1800" b="1" spc="-25" dirty="0">
                <a:latin typeface="Tahoma"/>
                <a:cs typeface="Tahoma"/>
              </a:rPr>
              <a:t>215</a:t>
            </a:r>
            <a:endParaRPr sz="1800">
              <a:latin typeface="Tahoma"/>
              <a:cs typeface="Tahoma"/>
            </a:endParaRPr>
          </a:p>
          <a:p>
            <a:pPr marL="4445" algn="ctr">
              <a:lnSpc>
                <a:spcPct val="100000"/>
              </a:lnSpc>
              <a:spcBef>
                <a:spcPts val="885"/>
              </a:spcBef>
            </a:pPr>
            <a:r>
              <a:rPr sz="1050" b="1" spc="-10" dirty="0">
                <a:latin typeface="Tahoma"/>
                <a:cs typeface="Tahoma"/>
              </a:rPr>
              <a:t>(Autonomous)</a:t>
            </a:r>
            <a:endParaRPr sz="105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  <a:spcBef>
                <a:spcPts val="790"/>
              </a:spcBef>
            </a:pPr>
            <a:r>
              <a:rPr sz="1350" b="1" dirty="0">
                <a:latin typeface="Tahoma"/>
                <a:cs typeface="Tahoma"/>
              </a:rPr>
              <a:t>UG</a:t>
            </a:r>
            <a:r>
              <a:rPr sz="1350" b="1" spc="-20" dirty="0">
                <a:latin typeface="Tahoma"/>
                <a:cs typeface="Tahoma"/>
              </a:rPr>
              <a:t> </a:t>
            </a:r>
            <a:r>
              <a:rPr sz="1350" b="1" dirty="0">
                <a:latin typeface="Tahoma"/>
                <a:cs typeface="Tahoma"/>
              </a:rPr>
              <a:t>&amp;</a:t>
            </a:r>
            <a:r>
              <a:rPr sz="1350" b="1" spc="-105" dirty="0">
                <a:latin typeface="Tahoma"/>
                <a:cs typeface="Tahoma"/>
              </a:rPr>
              <a:t> </a:t>
            </a:r>
            <a:r>
              <a:rPr sz="1350" b="1" dirty="0">
                <a:latin typeface="Tahoma"/>
                <a:cs typeface="Tahoma"/>
              </a:rPr>
              <a:t>PG</a:t>
            </a:r>
            <a:r>
              <a:rPr sz="1350" b="1" spc="-15" dirty="0">
                <a:latin typeface="Tahoma"/>
                <a:cs typeface="Tahoma"/>
              </a:rPr>
              <a:t> </a:t>
            </a:r>
            <a:r>
              <a:rPr sz="1350" b="1" dirty="0">
                <a:latin typeface="Tahoma"/>
                <a:cs typeface="Tahoma"/>
              </a:rPr>
              <a:t>END</a:t>
            </a:r>
            <a:r>
              <a:rPr sz="1350" b="1" spc="15" dirty="0">
                <a:latin typeface="Tahoma"/>
                <a:cs typeface="Tahoma"/>
              </a:rPr>
              <a:t> </a:t>
            </a:r>
            <a:r>
              <a:rPr sz="1350" b="1" dirty="0">
                <a:latin typeface="Tahoma"/>
                <a:cs typeface="Tahoma"/>
              </a:rPr>
              <a:t>SEMESTER</a:t>
            </a:r>
            <a:r>
              <a:rPr sz="1350" b="1" spc="55" dirty="0">
                <a:latin typeface="Tahoma"/>
                <a:cs typeface="Tahoma"/>
              </a:rPr>
              <a:t> </a:t>
            </a:r>
            <a:r>
              <a:rPr sz="1350" b="1" spc="-65" dirty="0">
                <a:latin typeface="Tahoma"/>
                <a:cs typeface="Tahoma"/>
              </a:rPr>
              <a:t>EXAMINATIONS</a:t>
            </a:r>
            <a:r>
              <a:rPr sz="1350" b="1" spc="-120" dirty="0">
                <a:latin typeface="Tahoma"/>
                <a:cs typeface="Tahoma"/>
              </a:rPr>
              <a:t> </a:t>
            </a:r>
            <a:r>
              <a:rPr sz="1350" b="1" spc="-20" dirty="0">
                <a:latin typeface="Tahoma"/>
                <a:cs typeface="Tahoma"/>
              </a:rPr>
              <a:t>-</a:t>
            </a:r>
            <a:r>
              <a:rPr sz="1350" b="1" spc="-160" dirty="0">
                <a:latin typeface="Tahoma"/>
                <a:cs typeface="Tahoma"/>
              </a:rPr>
              <a:t> </a:t>
            </a:r>
            <a:r>
              <a:rPr sz="1350" b="1" spc="-30" dirty="0">
                <a:latin typeface="Tahoma"/>
                <a:cs typeface="Tahoma"/>
              </a:rPr>
              <a:t>DEC-</a:t>
            </a:r>
            <a:r>
              <a:rPr sz="1350" b="1" spc="-110" dirty="0">
                <a:latin typeface="Tahoma"/>
                <a:cs typeface="Tahoma"/>
              </a:rPr>
              <a:t> </a:t>
            </a:r>
            <a:r>
              <a:rPr sz="1350" b="1" spc="-20" dirty="0">
                <a:latin typeface="Tahoma"/>
                <a:cs typeface="Tahoma"/>
              </a:rPr>
              <a:t>2023</a:t>
            </a:r>
            <a:endParaRPr sz="1350">
              <a:latin typeface="Tahoma"/>
              <a:cs typeface="Tahom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22884" y="10380654"/>
            <a:ext cx="954405" cy="137160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800" spc="-10" dirty="0">
                <a:latin typeface="Times New Roman"/>
                <a:cs typeface="Times New Roman"/>
                <a:hlinkClick r:id="rId3"/>
              </a:rPr>
              <a:t>https://ksrceresults.com</a:t>
            </a:r>
            <a:endParaRPr sz="8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25" dirty="0"/>
              <a:t>1/1</a:t>
            </a:r>
          </a:p>
        </p:txBody>
      </p:sp>
      <p:graphicFrame>
        <p:nvGraphicFramePr>
          <p:cNvPr id="6" name="object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4036182"/>
              </p:ext>
            </p:extLst>
          </p:nvPr>
        </p:nvGraphicFramePr>
        <p:xfrm>
          <a:off x="636587" y="2998787"/>
          <a:ext cx="6276975" cy="79629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23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96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717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668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429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98755">
                <a:tc>
                  <a:txBody>
                    <a:bodyPr/>
                    <a:lstStyle/>
                    <a:p>
                      <a:pPr marL="6350" algn="ctr">
                        <a:lnSpc>
                          <a:spcPct val="100000"/>
                        </a:lnSpc>
                      </a:pPr>
                      <a:r>
                        <a:rPr sz="1050" b="1" spc="-20" dirty="0">
                          <a:latin typeface="Times New Roman"/>
                          <a:cs typeface="Times New Roman"/>
                        </a:rPr>
                        <a:t>S.NO</a:t>
                      </a:r>
                      <a:endParaRPr sz="105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50" b="1" spc="-10" dirty="0">
                          <a:latin typeface="Times New Roman"/>
                          <a:cs typeface="Times New Roman"/>
                        </a:rPr>
                        <a:t>SEMESTER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</a:pPr>
                      <a:r>
                        <a:rPr sz="1050" b="1" spc="-10" dirty="0">
                          <a:latin typeface="Times New Roman"/>
                          <a:cs typeface="Times New Roman"/>
                        </a:rPr>
                        <a:t>COURSE</a:t>
                      </a:r>
                      <a:r>
                        <a:rPr sz="1050" b="1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b="1" spc="-20" dirty="0">
                          <a:latin typeface="Times New Roman"/>
                          <a:cs typeface="Times New Roman"/>
                        </a:rPr>
                        <a:t>CODE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0245">
                        <a:lnSpc>
                          <a:spcPct val="100000"/>
                        </a:lnSpc>
                      </a:pPr>
                      <a:r>
                        <a:rPr sz="1050" b="1" spc="-10" dirty="0">
                          <a:latin typeface="Times New Roman"/>
                          <a:cs typeface="Times New Roman"/>
                        </a:rPr>
                        <a:t>COURSE</a:t>
                      </a:r>
                      <a:r>
                        <a:rPr sz="1050" b="1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b="1" spc="-20" dirty="0">
                          <a:latin typeface="Times New Roman"/>
                          <a:cs typeface="Times New Roman"/>
                        </a:rPr>
                        <a:t>NAME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ct val="100000"/>
                        </a:lnSpc>
                      </a:pPr>
                      <a:r>
                        <a:rPr sz="1050" b="1" dirty="0">
                          <a:latin typeface="Times New Roman"/>
                          <a:cs typeface="Times New Roman"/>
                        </a:rPr>
                        <a:t>GRADE</a:t>
                      </a:r>
                      <a:r>
                        <a:rPr sz="1050" b="1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b="1" spc="-10" dirty="0">
                          <a:latin typeface="Times New Roman"/>
                          <a:cs typeface="Times New Roman"/>
                        </a:rPr>
                        <a:t>OBTAINED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</a:pPr>
                      <a:r>
                        <a:rPr sz="1050" b="1" spc="-10" dirty="0">
                          <a:latin typeface="Times New Roman"/>
                          <a:cs typeface="Times New Roman"/>
                        </a:rPr>
                        <a:t>RESULT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9390">
                <a:tc>
                  <a:txBody>
                    <a:bodyPr/>
                    <a:lstStyle/>
                    <a:p>
                      <a:pPr marL="5715" algn="ctr">
                        <a:lnSpc>
                          <a:spcPct val="100000"/>
                        </a:lnSpc>
                      </a:pPr>
                      <a:r>
                        <a:rPr sz="1050" b="1" spc="-50" dirty="0">
                          <a:latin typeface="Times New Roman"/>
                          <a:cs typeface="Times New Roman"/>
                        </a:rPr>
                        <a:t>1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" algn="ctr">
                        <a:lnSpc>
                          <a:spcPct val="100000"/>
                        </a:lnSpc>
                      </a:pPr>
                      <a:r>
                        <a:rPr sz="1050" b="1" spc="-50" dirty="0">
                          <a:latin typeface="Times New Roman"/>
                          <a:cs typeface="Times New Roman"/>
                        </a:rPr>
                        <a:t>1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</a:pPr>
                      <a:r>
                        <a:rPr sz="1050" b="1" spc="-10" dirty="0">
                          <a:latin typeface="Times New Roman"/>
                          <a:cs typeface="Times New Roman"/>
                        </a:rPr>
                        <a:t>20EN151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">
                        <a:lnSpc>
                          <a:spcPct val="100000"/>
                        </a:lnSpc>
                      </a:pPr>
                      <a:r>
                        <a:rPr sz="1050" b="1" dirty="0">
                          <a:latin typeface="Times New Roman"/>
                          <a:cs typeface="Times New Roman"/>
                        </a:rPr>
                        <a:t>Technical</a:t>
                      </a:r>
                      <a:r>
                        <a:rPr sz="1050" b="1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b="1" spc="-20" dirty="0">
                          <a:latin typeface="Times New Roman"/>
                          <a:cs typeface="Times New Roman"/>
                        </a:rPr>
                        <a:t>English-</a:t>
                      </a:r>
                      <a:r>
                        <a:rPr sz="1050" b="1" spc="-50" dirty="0">
                          <a:latin typeface="Times New Roman"/>
                          <a:cs typeface="Times New Roman"/>
                        </a:rPr>
                        <a:t>1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890" algn="ctr">
                        <a:lnSpc>
                          <a:spcPct val="100000"/>
                        </a:lnSpc>
                      </a:pPr>
                      <a:r>
                        <a:rPr sz="1050" b="1" spc="-25" dirty="0">
                          <a:latin typeface="Times New Roman"/>
                          <a:cs typeface="Times New Roman"/>
                        </a:rPr>
                        <a:t>A+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970" algn="ctr">
                        <a:lnSpc>
                          <a:spcPct val="100000"/>
                        </a:lnSpc>
                      </a:pPr>
                      <a:r>
                        <a:rPr sz="1050" b="1" spc="-50" dirty="0">
                          <a:latin typeface="Times New Roman"/>
                          <a:cs typeface="Times New Roman"/>
                        </a:rPr>
                        <a:t>P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8755">
                <a:tc>
                  <a:txBody>
                    <a:bodyPr/>
                    <a:lstStyle/>
                    <a:p>
                      <a:pPr marL="5715" algn="ctr">
                        <a:lnSpc>
                          <a:spcPct val="100000"/>
                        </a:lnSpc>
                      </a:pPr>
                      <a:r>
                        <a:rPr sz="1050" b="1" spc="-50" dirty="0">
                          <a:latin typeface="Times New Roman"/>
                          <a:cs typeface="Times New Roman"/>
                        </a:rPr>
                        <a:t>2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" algn="ctr">
                        <a:lnSpc>
                          <a:spcPct val="100000"/>
                        </a:lnSpc>
                      </a:pPr>
                      <a:r>
                        <a:rPr sz="1050" b="1" spc="-50" dirty="0">
                          <a:latin typeface="Times New Roman"/>
                          <a:cs typeface="Times New Roman"/>
                        </a:rPr>
                        <a:t>1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</a:pPr>
                      <a:r>
                        <a:rPr sz="1050" b="1" spc="-10" dirty="0">
                          <a:latin typeface="Times New Roman"/>
                          <a:cs typeface="Times New Roman"/>
                        </a:rPr>
                        <a:t>20MA151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">
                        <a:lnSpc>
                          <a:spcPct val="100000"/>
                        </a:lnSpc>
                      </a:pPr>
                      <a:r>
                        <a:rPr sz="1050" b="1" dirty="0">
                          <a:latin typeface="Times New Roman"/>
                          <a:cs typeface="Times New Roman"/>
                        </a:rPr>
                        <a:t>Engineering</a:t>
                      </a:r>
                      <a:r>
                        <a:rPr sz="1050" b="1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b="1" spc="-10" dirty="0">
                          <a:latin typeface="Times New Roman"/>
                          <a:cs typeface="Times New Roman"/>
                        </a:rPr>
                        <a:t>mathematics-</a:t>
                      </a:r>
                      <a:r>
                        <a:rPr sz="1050" b="1" spc="-50" dirty="0">
                          <a:latin typeface="Times New Roman"/>
                          <a:cs typeface="Times New Roman"/>
                        </a:rPr>
                        <a:t>1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ct val="100000"/>
                        </a:lnSpc>
                      </a:pPr>
                      <a:r>
                        <a:rPr sz="1050" b="1" spc="-25" dirty="0">
                          <a:latin typeface="Times New Roman"/>
                          <a:cs typeface="Times New Roman"/>
                        </a:rPr>
                        <a:t>B+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970" algn="ctr">
                        <a:lnSpc>
                          <a:spcPct val="100000"/>
                        </a:lnSpc>
                      </a:pPr>
                      <a:r>
                        <a:rPr sz="1050" b="1" spc="-50" dirty="0">
                          <a:latin typeface="Times New Roman"/>
                          <a:cs typeface="Times New Roman"/>
                        </a:rPr>
                        <a:t>P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9390">
                <a:tc>
                  <a:txBody>
                    <a:bodyPr/>
                    <a:lstStyle/>
                    <a:p>
                      <a:pPr marL="5715" algn="ctr">
                        <a:lnSpc>
                          <a:spcPct val="100000"/>
                        </a:lnSpc>
                      </a:pPr>
                      <a:r>
                        <a:rPr sz="1050" b="1" spc="-50" dirty="0">
                          <a:latin typeface="Times New Roman"/>
                          <a:cs typeface="Times New Roman"/>
                        </a:rPr>
                        <a:t>3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" algn="ctr">
                        <a:lnSpc>
                          <a:spcPct val="100000"/>
                        </a:lnSpc>
                      </a:pPr>
                      <a:r>
                        <a:rPr sz="1050" b="1" spc="-50" dirty="0">
                          <a:latin typeface="Times New Roman"/>
                          <a:cs typeface="Times New Roman"/>
                        </a:rPr>
                        <a:t>1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" algn="ctr">
                        <a:lnSpc>
                          <a:spcPct val="100000"/>
                        </a:lnSpc>
                      </a:pPr>
                      <a:r>
                        <a:rPr sz="1050" b="1" spc="-10" dirty="0">
                          <a:latin typeface="Times New Roman"/>
                          <a:cs typeface="Times New Roman"/>
                        </a:rPr>
                        <a:t>20CH051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">
                        <a:lnSpc>
                          <a:spcPct val="100000"/>
                        </a:lnSpc>
                      </a:pPr>
                      <a:r>
                        <a:rPr sz="1050" b="1" dirty="0">
                          <a:latin typeface="Times New Roman"/>
                          <a:cs typeface="Times New Roman"/>
                        </a:rPr>
                        <a:t>Engineering</a:t>
                      </a:r>
                      <a:r>
                        <a:rPr sz="1050" b="1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b="1" spc="-10" dirty="0">
                          <a:latin typeface="Times New Roman"/>
                          <a:cs typeface="Times New Roman"/>
                        </a:rPr>
                        <a:t>Chemistry</a:t>
                      </a:r>
                      <a:endParaRPr sz="105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795" algn="ctr">
                        <a:lnSpc>
                          <a:spcPct val="100000"/>
                        </a:lnSpc>
                      </a:pPr>
                      <a:r>
                        <a:rPr lang="en-US" sz="1050" b="1" spc="-50" dirty="0">
                          <a:latin typeface="Times New Roman"/>
                          <a:cs typeface="Times New Roman"/>
                        </a:rPr>
                        <a:t>U</a:t>
                      </a:r>
                      <a:endParaRPr sz="105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970" algn="ctr">
                        <a:lnSpc>
                          <a:spcPct val="100000"/>
                        </a:lnSpc>
                      </a:pPr>
                      <a:r>
                        <a:rPr lang="en-US" sz="1050" b="1" spc="-50" dirty="0">
                          <a:latin typeface="Times New Roman"/>
                          <a:cs typeface="Times New Roman"/>
                        </a:rPr>
                        <a:t>F</a:t>
                      </a:r>
                      <a:endParaRPr sz="105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DDDDD"/>
                      </a:solidFill>
                      <a:prstDash val="solid"/>
                    </a:lnL>
                    <a:lnR w="9525">
                      <a:solidFill>
                        <a:srgbClr val="DDDDDD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object 7"/>
          <p:cNvSpPr txBox="1"/>
          <p:nvPr/>
        </p:nvSpPr>
        <p:spPr>
          <a:xfrm>
            <a:off x="923950" y="5586729"/>
            <a:ext cx="5739130" cy="9398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R="7620" algn="ctr">
              <a:lnSpc>
                <a:spcPct val="100000"/>
              </a:lnSpc>
              <a:spcBef>
                <a:spcPts val="105"/>
              </a:spcBef>
            </a:pPr>
            <a:r>
              <a:rPr sz="1050" b="1" dirty="0">
                <a:latin typeface="Times New Roman"/>
                <a:cs typeface="Times New Roman"/>
              </a:rPr>
              <a:t>Revaluation</a:t>
            </a:r>
            <a:r>
              <a:rPr sz="1050" b="1" spc="-45" dirty="0">
                <a:latin typeface="Times New Roman"/>
                <a:cs typeface="Times New Roman"/>
              </a:rPr>
              <a:t> </a:t>
            </a:r>
            <a:r>
              <a:rPr sz="1050" b="1" spc="-10" dirty="0">
                <a:latin typeface="Times New Roman"/>
                <a:cs typeface="Times New Roman"/>
              </a:rPr>
              <a:t>Schedule</a:t>
            </a:r>
            <a:endParaRPr sz="1050">
              <a:latin typeface="Times New Roman"/>
              <a:cs typeface="Times New Roman"/>
            </a:endParaRPr>
          </a:p>
          <a:p>
            <a:pPr marR="6350" algn="ctr">
              <a:lnSpc>
                <a:spcPct val="100000"/>
              </a:lnSpc>
              <a:spcBef>
                <a:spcPts val="994"/>
              </a:spcBef>
            </a:pPr>
            <a:r>
              <a:rPr sz="1050" b="1" dirty="0">
                <a:latin typeface="Times New Roman"/>
                <a:cs typeface="Times New Roman"/>
              </a:rPr>
              <a:t>Last</a:t>
            </a:r>
            <a:r>
              <a:rPr sz="1050" b="1" spc="-55" dirty="0">
                <a:latin typeface="Times New Roman"/>
                <a:cs typeface="Times New Roman"/>
              </a:rPr>
              <a:t> </a:t>
            </a:r>
            <a:r>
              <a:rPr sz="1050" b="1" dirty="0">
                <a:latin typeface="Times New Roman"/>
                <a:cs typeface="Times New Roman"/>
              </a:rPr>
              <a:t>date</a:t>
            </a:r>
            <a:r>
              <a:rPr sz="1050" b="1" spc="-30" dirty="0">
                <a:latin typeface="Times New Roman"/>
                <a:cs typeface="Times New Roman"/>
              </a:rPr>
              <a:t> </a:t>
            </a:r>
            <a:r>
              <a:rPr sz="1050" b="1" spc="-10" dirty="0">
                <a:latin typeface="Times New Roman"/>
                <a:cs typeface="Times New Roman"/>
              </a:rPr>
              <a:t>for</a:t>
            </a:r>
            <a:r>
              <a:rPr sz="1050" b="1" spc="-60" dirty="0">
                <a:latin typeface="Times New Roman"/>
                <a:cs typeface="Times New Roman"/>
              </a:rPr>
              <a:t> </a:t>
            </a:r>
            <a:r>
              <a:rPr sz="1050" b="1" dirty="0">
                <a:latin typeface="Times New Roman"/>
                <a:cs typeface="Times New Roman"/>
              </a:rPr>
              <a:t>Applying &amp;</a:t>
            </a:r>
            <a:r>
              <a:rPr sz="1050" b="1" spc="-35" dirty="0">
                <a:latin typeface="Times New Roman"/>
                <a:cs typeface="Times New Roman"/>
              </a:rPr>
              <a:t> </a:t>
            </a:r>
            <a:r>
              <a:rPr sz="1050" b="1" dirty="0">
                <a:latin typeface="Times New Roman"/>
                <a:cs typeface="Times New Roman"/>
              </a:rPr>
              <a:t>Remitting</a:t>
            </a:r>
            <a:r>
              <a:rPr sz="1050" b="1" spc="-15" dirty="0">
                <a:latin typeface="Times New Roman"/>
                <a:cs typeface="Times New Roman"/>
              </a:rPr>
              <a:t> </a:t>
            </a:r>
            <a:r>
              <a:rPr sz="1050" b="1" dirty="0">
                <a:latin typeface="Times New Roman"/>
                <a:cs typeface="Times New Roman"/>
              </a:rPr>
              <a:t>fees</a:t>
            </a:r>
            <a:r>
              <a:rPr sz="1050" b="1" spc="-40" dirty="0">
                <a:latin typeface="Times New Roman"/>
                <a:cs typeface="Times New Roman"/>
              </a:rPr>
              <a:t> </a:t>
            </a:r>
            <a:r>
              <a:rPr sz="1050" b="1" dirty="0">
                <a:latin typeface="Times New Roman"/>
                <a:cs typeface="Times New Roman"/>
              </a:rPr>
              <a:t>for</a:t>
            </a:r>
            <a:r>
              <a:rPr sz="1050" b="1" spc="-35" dirty="0">
                <a:latin typeface="Times New Roman"/>
                <a:cs typeface="Times New Roman"/>
              </a:rPr>
              <a:t> </a:t>
            </a:r>
            <a:r>
              <a:rPr sz="1050" b="1" dirty="0">
                <a:latin typeface="Times New Roman"/>
                <a:cs typeface="Times New Roman"/>
              </a:rPr>
              <a:t>Photocopy</a:t>
            </a:r>
            <a:r>
              <a:rPr sz="1050" b="1" spc="-15" dirty="0">
                <a:latin typeface="Times New Roman"/>
                <a:cs typeface="Times New Roman"/>
              </a:rPr>
              <a:t> </a:t>
            </a:r>
            <a:r>
              <a:rPr sz="1050" b="1" dirty="0">
                <a:latin typeface="Times New Roman"/>
                <a:cs typeface="Times New Roman"/>
              </a:rPr>
              <a:t>is</a:t>
            </a:r>
            <a:r>
              <a:rPr sz="1050" b="1" spc="-25" dirty="0">
                <a:latin typeface="Times New Roman"/>
                <a:cs typeface="Times New Roman"/>
              </a:rPr>
              <a:t> </a:t>
            </a:r>
            <a:r>
              <a:rPr sz="1050" b="1" spc="-30" dirty="0">
                <a:latin typeface="Times New Roman"/>
                <a:cs typeface="Times New Roman"/>
              </a:rPr>
              <a:t>:11-</a:t>
            </a:r>
            <a:r>
              <a:rPr sz="1050" b="1" dirty="0">
                <a:latin typeface="Times New Roman"/>
                <a:cs typeface="Times New Roman"/>
              </a:rPr>
              <a:t>09-</a:t>
            </a:r>
            <a:r>
              <a:rPr sz="1050" b="1" spc="-20" dirty="0">
                <a:latin typeface="Times New Roman"/>
                <a:cs typeface="Times New Roman"/>
              </a:rPr>
              <a:t>2023</a:t>
            </a:r>
            <a:endParaRPr sz="105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925"/>
              </a:spcBef>
            </a:pPr>
            <a:r>
              <a:rPr sz="1050" b="1" dirty="0">
                <a:latin typeface="Times New Roman"/>
                <a:cs typeface="Times New Roman"/>
              </a:rPr>
              <a:t>"Utmost</a:t>
            </a:r>
            <a:r>
              <a:rPr sz="1050" b="1" spc="-30" dirty="0">
                <a:latin typeface="Times New Roman"/>
                <a:cs typeface="Times New Roman"/>
              </a:rPr>
              <a:t> </a:t>
            </a:r>
            <a:r>
              <a:rPr sz="1050" b="1" dirty="0">
                <a:latin typeface="Times New Roman"/>
                <a:cs typeface="Times New Roman"/>
              </a:rPr>
              <a:t>care</a:t>
            </a:r>
            <a:r>
              <a:rPr sz="1050" b="1" spc="-65" dirty="0">
                <a:latin typeface="Times New Roman"/>
                <a:cs typeface="Times New Roman"/>
              </a:rPr>
              <a:t> </a:t>
            </a:r>
            <a:r>
              <a:rPr sz="1050" b="1" dirty="0">
                <a:latin typeface="Times New Roman"/>
                <a:cs typeface="Times New Roman"/>
              </a:rPr>
              <a:t>has</a:t>
            </a:r>
            <a:r>
              <a:rPr sz="1050" b="1" spc="10" dirty="0">
                <a:latin typeface="Times New Roman"/>
                <a:cs typeface="Times New Roman"/>
              </a:rPr>
              <a:t> </a:t>
            </a:r>
            <a:r>
              <a:rPr sz="1050" b="1" dirty="0">
                <a:latin typeface="Times New Roman"/>
                <a:cs typeface="Times New Roman"/>
              </a:rPr>
              <a:t>been</a:t>
            </a:r>
            <a:r>
              <a:rPr sz="1050" b="1" spc="-65" dirty="0">
                <a:latin typeface="Times New Roman"/>
                <a:cs typeface="Times New Roman"/>
              </a:rPr>
              <a:t> </a:t>
            </a:r>
            <a:r>
              <a:rPr sz="1050" b="1" dirty="0">
                <a:latin typeface="Times New Roman"/>
                <a:cs typeface="Times New Roman"/>
              </a:rPr>
              <a:t>taken</a:t>
            </a:r>
            <a:r>
              <a:rPr sz="1050" b="1" spc="-40" dirty="0">
                <a:latin typeface="Times New Roman"/>
                <a:cs typeface="Times New Roman"/>
              </a:rPr>
              <a:t> </a:t>
            </a:r>
            <a:r>
              <a:rPr sz="1050" b="1" dirty="0">
                <a:latin typeface="Times New Roman"/>
                <a:cs typeface="Times New Roman"/>
              </a:rPr>
              <a:t>in</a:t>
            </a:r>
            <a:r>
              <a:rPr sz="1050" b="1" spc="-20" dirty="0">
                <a:latin typeface="Times New Roman"/>
                <a:cs typeface="Times New Roman"/>
              </a:rPr>
              <a:t> </a:t>
            </a:r>
            <a:r>
              <a:rPr sz="1050" b="1" spc="-10" dirty="0">
                <a:latin typeface="Times New Roman"/>
                <a:cs typeface="Times New Roman"/>
              </a:rPr>
              <a:t>publishing</a:t>
            </a:r>
            <a:r>
              <a:rPr sz="1050" b="1" spc="110" dirty="0">
                <a:latin typeface="Times New Roman"/>
                <a:cs typeface="Times New Roman"/>
              </a:rPr>
              <a:t> </a:t>
            </a:r>
            <a:r>
              <a:rPr sz="1050" b="1" dirty="0">
                <a:latin typeface="Times New Roman"/>
                <a:cs typeface="Times New Roman"/>
              </a:rPr>
              <a:t>the</a:t>
            </a:r>
            <a:r>
              <a:rPr sz="1050" b="1" spc="-25" dirty="0">
                <a:latin typeface="Times New Roman"/>
                <a:cs typeface="Times New Roman"/>
              </a:rPr>
              <a:t> </a:t>
            </a:r>
            <a:r>
              <a:rPr sz="1050" b="1" dirty="0">
                <a:latin typeface="Times New Roman"/>
                <a:cs typeface="Times New Roman"/>
              </a:rPr>
              <a:t>result</a:t>
            </a:r>
            <a:r>
              <a:rPr sz="1050" b="1" spc="-20" dirty="0">
                <a:latin typeface="Times New Roman"/>
                <a:cs typeface="Times New Roman"/>
              </a:rPr>
              <a:t> </a:t>
            </a:r>
            <a:r>
              <a:rPr sz="1050" b="1" dirty="0">
                <a:latin typeface="Times New Roman"/>
                <a:cs typeface="Times New Roman"/>
              </a:rPr>
              <a:t>on</a:t>
            </a:r>
            <a:r>
              <a:rPr sz="1050" b="1" spc="-20" dirty="0">
                <a:latin typeface="Times New Roman"/>
                <a:cs typeface="Times New Roman"/>
              </a:rPr>
              <a:t> </a:t>
            </a:r>
            <a:r>
              <a:rPr sz="1050" b="1" spc="-10" dirty="0">
                <a:latin typeface="Times New Roman"/>
                <a:cs typeface="Times New Roman"/>
              </a:rPr>
              <a:t>website.</a:t>
            </a:r>
            <a:r>
              <a:rPr sz="1050" b="1" spc="-30" dirty="0">
                <a:latin typeface="Times New Roman"/>
                <a:cs typeface="Times New Roman"/>
              </a:rPr>
              <a:t> </a:t>
            </a:r>
            <a:r>
              <a:rPr sz="1050" b="1" dirty="0">
                <a:latin typeface="Times New Roman"/>
                <a:cs typeface="Times New Roman"/>
              </a:rPr>
              <a:t>In</a:t>
            </a:r>
            <a:r>
              <a:rPr sz="1050" b="1" spc="-20" dirty="0">
                <a:latin typeface="Times New Roman"/>
                <a:cs typeface="Times New Roman"/>
              </a:rPr>
              <a:t> </a:t>
            </a:r>
            <a:r>
              <a:rPr sz="1050" b="1" dirty="0">
                <a:latin typeface="Times New Roman"/>
                <a:cs typeface="Times New Roman"/>
              </a:rPr>
              <a:t>case</a:t>
            </a:r>
            <a:r>
              <a:rPr sz="1050" b="1" spc="-45" dirty="0">
                <a:latin typeface="Times New Roman"/>
                <a:cs typeface="Times New Roman"/>
              </a:rPr>
              <a:t> </a:t>
            </a:r>
            <a:r>
              <a:rPr sz="1050" b="1" dirty="0">
                <a:latin typeface="Times New Roman"/>
                <a:cs typeface="Times New Roman"/>
              </a:rPr>
              <a:t>of</a:t>
            </a:r>
            <a:r>
              <a:rPr sz="1050" b="1" spc="-20" dirty="0">
                <a:latin typeface="Times New Roman"/>
                <a:cs typeface="Times New Roman"/>
              </a:rPr>
              <a:t> </a:t>
            </a:r>
            <a:r>
              <a:rPr sz="1050" b="1" dirty="0">
                <a:latin typeface="Times New Roman"/>
                <a:cs typeface="Times New Roman"/>
              </a:rPr>
              <a:t>any</a:t>
            </a:r>
            <a:r>
              <a:rPr sz="1050" b="1" spc="-10" dirty="0">
                <a:latin typeface="Times New Roman"/>
                <a:cs typeface="Times New Roman"/>
              </a:rPr>
              <a:t> </a:t>
            </a:r>
            <a:r>
              <a:rPr sz="1050" b="1" dirty="0">
                <a:latin typeface="Times New Roman"/>
                <a:cs typeface="Times New Roman"/>
              </a:rPr>
              <a:t>error</a:t>
            </a:r>
            <a:r>
              <a:rPr sz="1050" b="1" spc="-110" dirty="0">
                <a:latin typeface="Times New Roman"/>
                <a:cs typeface="Times New Roman"/>
              </a:rPr>
              <a:t> </a:t>
            </a:r>
            <a:r>
              <a:rPr sz="1050" b="1" dirty="0">
                <a:latin typeface="Times New Roman"/>
                <a:cs typeface="Times New Roman"/>
              </a:rPr>
              <a:t>the</a:t>
            </a:r>
            <a:r>
              <a:rPr sz="1050" b="1" spc="5" dirty="0">
                <a:latin typeface="Times New Roman"/>
                <a:cs typeface="Times New Roman"/>
              </a:rPr>
              <a:t> </a:t>
            </a:r>
            <a:r>
              <a:rPr sz="1050" b="1" spc="-10" dirty="0">
                <a:latin typeface="Times New Roman"/>
                <a:cs typeface="Times New Roman"/>
              </a:rPr>
              <a:t>controller</a:t>
            </a:r>
            <a:r>
              <a:rPr sz="1050" b="1" spc="-80" dirty="0">
                <a:latin typeface="Times New Roman"/>
                <a:cs typeface="Times New Roman"/>
              </a:rPr>
              <a:t> </a:t>
            </a:r>
            <a:r>
              <a:rPr sz="1050" b="1" spc="-25" dirty="0">
                <a:latin typeface="Times New Roman"/>
                <a:cs typeface="Times New Roman"/>
              </a:rPr>
              <a:t>of</a:t>
            </a:r>
            <a:endParaRPr sz="105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229"/>
              </a:spcBef>
            </a:pPr>
            <a:r>
              <a:rPr sz="1050" b="1" spc="-10" dirty="0">
                <a:latin typeface="Times New Roman"/>
                <a:cs typeface="Times New Roman"/>
              </a:rPr>
              <a:t>examination's</a:t>
            </a:r>
            <a:r>
              <a:rPr sz="1050" b="1" spc="65" dirty="0">
                <a:latin typeface="Times New Roman"/>
                <a:cs typeface="Times New Roman"/>
              </a:rPr>
              <a:t> </a:t>
            </a:r>
            <a:r>
              <a:rPr sz="1050" b="1" dirty="0">
                <a:latin typeface="Times New Roman"/>
                <a:cs typeface="Times New Roman"/>
              </a:rPr>
              <a:t>decision</a:t>
            </a:r>
            <a:r>
              <a:rPr sz="1050" b="1" spc="-35" dirty="0">
                <a:latin typeface="Times New Roman"/>
                <a:cs typeface="Times New Roman"/>
              </a:rPr>
              <a:t> </a:t>
            </a:r>
            <a:r>
              <a:rPr sz="1050" b="1" dirty="0">
                <a:latin typeface="Times New Roman"/>
                <a:cs typeface="Times New Roman"/>
              </a:rPr>
              <a:t>is</a:t>
            </a:r>
            <a:r>
              <a:rPr sz="1050" b="1" spc="5" dirty="0">
                <a:latin typeface="Times New Roman"/>
                <a:cs typeface="Times New Roman"/>
              </a:rPr>
              <a:t> </a:t>
            </a:r>
            <a:r>
              <a:rPr sz="1050" b="1" spc="-10" dirty="0">
                <a:latin typeface="Times New Roman"/>
                <a:cs typeface="Times New Roman"/>
              </a:rPr>
              <a:t>final."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28294" y="1842261"/>
            <a:ext cx="999490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b="1" dirty="0">
                <a:latin typeface="Times New Roman"/>
                <a:cs typeface="Times New Roman"/>
              </a:rPr>
              <a:t>Register</a:t>
            </a:r>
            <a:r>
              <a:rPr sz="1050" b="1" spc="-50" dirty="0">
                <a:latin typeface="Times New Roman"/>
                <a:cs typeface="Times New Roman"/>
              </a:rPr>
              <a:t> </a:t>
            </a:r>
            <a:r>
              <a:rPr sz="1050" b="1" spc="-10" dirty="0">
                <a:latin typeface="Times New Roman"/>
                <a:cs typeface="Times New Roman"/>
              </a:rPr>
              <a:t>Number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272029" y="1842261"/>
            <a:ext cx="833119" cy="17504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b="1" dirty="0">
                <a:latin typeface="Times New Roman"/>
                <a:cs typeface="Times New Roman"/>
              </a:rPr>
              <a:t>:</a:t>
            </a:r>
            <a:r>
              <a:rPr sz="1050" b="1" spc="-15" dirty="0">
                <a:latin typeface="Times New Roman"/>
                <a:cs typeface="Times New Roman"/>
              </a:rPr>
              <a:t> </a:t>
            </a:r>
            <a:r>
              <a:rPr sz="1050" b="1" spc="-10" dirty="0">
                <a:latin typeface="Times New Roman"/>
                <a:cs typeface="Times New Roman"/>
              </a:rPr>
              <a:t>731</a:t>
            </a:r>
            <a:r>
              <a:rPr lang="en-US" sz="1050" b="1" spc="-10" dirty="0">
                <a:latin typeface="Times New Roman"/>
                <a:cs typeface="Times New Roman"/>
              </a:rPr>
              <a:t>52313001</a:t>
            </a:r>
            <a:endParaRPr sz="1050" dirty="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28294" y="2222957"/>
            <a:ext cx="1332230" cy="1873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b="1" dirty="0">
                <a:latin typeface="Times New Roman"/>
                <a:cs typeface="Times New Roman"/>
              </a:rPr>
              <a:t>Name</a:t>
            </a:r>
            <a:r>
              <a:rPr sz="1050" b="1" spc="-55" dirty="0">
                <a:latin typeface="Times New Roman"/>
                <a:cs typeface="Times New Roman"/>
              </a:rPr>
              <a:t> </a:t>
            </a:r>
            <a:r>
              <a:rPr sz="1050" b="1" dirty="0">
                <a:latin typeface="Times New Roman"/>
                <a:cs typeface="Times New Roman"/>
              </a:rPr>
              <a:t>of</a:t>
            </a:r>
            <a:r>
              <a:rPr sz="1050" b="1" spc="-30" dirty="0">
                <a:latin typeface="Times New Roman"/>
                <a:cs typeface="Times New Roman"/>
              </a:rPr>
              <a:t> </a:t>
            </a:r>
            <a:r>
              <a:rPr sz="1050" b="1" dirty="0">
                <a:latin typeface="Times New Roman"/>
                <a:cs typeface="Times New Roman"/>
              </a:rPr>
              <a:t>the</a:t>
            </a:r>
            <a:r>
              <a:rPr sz="1050" b="1" spc="-10" dirty="0">
                <a:latin typeface="Times New Roman"/>
                <a:cs typeface="Times New Roman"/>
              </a:rPr>
              <a:t> Candidate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272029" y="2222957"/>
            <a:ext cx="908685" cy="17504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IN" sz="1050" b="1" dirty="0">
                <a:latin typeface="Times New Roman"/>
                <a:cs typeface="Times New Roman"/>
              </a:rPr>
              <a:t>:</a:t>
            </a:r>
            <a:r>
              <a:rPr lang="en-IN" sz="1050" b="1" spc="-65" dirty="0">
                <a:latin typeface="Times New Roman"/>
                <a:cs typeface="Times New Roman"/>
              </a:rPr>
              <a:t> CRIS K</a:t>
            </a:r>
            <a:endParaRPr lang="en-IN" sz="1050" dirty="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28294" y="2604642"/>
            <a:ext cx="704215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b="1" spc="-10" dirty="0">
                <a:latin typeface="Times New Roman"/>
                <a:cs typeface="Times New Roman"/>
              </a:rPr>
              <a:t>Programme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272029" y="2604642"/>
            <a:ext cx="2425700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b="1" dirty="0">
                <a:latin typeface="Times New Roman"/>
                <a:cs typeface="Times New Roman"/>
              </a:rPr>
              <a:t>:</a:t>
            </a:r>
            <a:r>
              <a:rPr sz="1050" b="1" spc="-5" dirty="0">
                <a:latin typeface="Times New Roman"/>
                <a:cs typeface="Times New Roman"/>
              </a:rPr>
              <a:t> </a:t>
            </a:r>
            <a:r>
              <a:rPr sz="1050" b="1" dirty="0">
                <a:latin typeface="Times New Roman"/>
                <a:cs typeface="Times New Roman"/>
              </a:rPr>
              <a:t>B.E</a:t>
            </a:r>
            <a:r>
              <a:rPr sz="1050" b="1" spc="-35" dirty="0">
                <a:latin typeface="Times New Roman"/>
                <a:cs typeface="Times New Roman"/>
              </a:rPr>
              <a:t> </a:t>
            </a:r>
            <a:r>
              <a:rPr sz="1050" b="1" dirty="0">
                <a:latin typeface="Times New Roman"/>
                <a:cs typeface="Times New Roman"/>
              </a:rPr>
              <a:t>-</a:t>
            </a:r>
            <a:r>
              <a:rPr sz="1050" b="1" spc="-20" dirty="0">
                <a:latin typeface="Times New Roman"/>
                <a:cs typeface="Times New Roman"/>
              </a:rPr>
              <a:t> </a:t>
            </a:r>
            <a:r>
              <a:rPr sz="1050" b="1" spc="-10" dirty="0">
                <a:latin typeface="Times New Roman"/>
                <a:cs typeface="Times New Roman"/>
              </a:rPr>
              <a:t>Computer</a:t>
            </a:r>
            <a:r>
              <a:rPr sz="1050" b="1" spc="-80" dirty="0">
                <a:latin typeface="Times New Roman"/>
                <a:cs typeface="Times New Roman"/>
              </a:rPr>
              <a:t> </a:t>
            </a:r>
            <a:r>
              <a:rPr sz="1050" b="1" dirty="0">
                <a:latin typeface="Times New Roman"/>
                <a:cs typeface="Times New Roman"/>
              </a:rPr>
              <a:t>Science</a:t>
            </a:r>
            <a:r>
              <a:rPr sz="1050" b="1" spc="-20" dirty="0">
                <a:latin typeface="Times New Roman"/>
                <a:cs typeface="Times New Roman"/>
              </a:rPr>
              <a:t> </a:t>
            </a:r>
            <a:r>
              <a:rPr sz="1050" b="1" dirty="0">
                <a:latin typeface="Times New Roman"/>
                <a:cs typeface="Times New Roman"/>
              </a:rPr>
              <a:t>and</a:t>
            </a:r>
            <a:r>
              <a:rPr sz="1050" b="1" spc="35" dirty="0">
                <a:latin typeface="Times New Roman"/>
                <a:cs typeface="Times New Roman"/>
              </a:rPr>
              <a:t> </a:t>
            </a:r>
            <a:r>
              <a:rPr sz="1050" b="1" spc="-10" dirty="0">
                <a:latin typeface="Times New Roman"/>
                <a:cs typeface="Times New Roman"/>
              </a:rPr>
              <a:t>Engineering</a:t>
            </a:r>
            <a:endParaRPr sz="10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22884" y="162306"/>
            <a:ext cx="767715" cy="14668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800" dirty="0">
                <a:latin typeface="Times New Roman"/>
                <a:cs typeface="Times New Roman"/>
              </a:rPr>
              <a:t>07/09/2023,</a:t>
            </a:r>
            <a:r>
              <a:rPr sz="800" spc="-60" dirty="0">
                <a:latin typeface="Times New Roman"/>
                <a:cs typeface="Times New Roman"/>
              </a:rPr>
              <a:t> </a:t>
            </a:r>
            <a:r>
              <a:rPr sz="800" spc="-10" dirty="0">
                <a:latin typeface="Times New Roman"/>
                <a:cs typeface="Times New Roman"/>
              </a:rPr>
              <a:t>19:13</a:t>
            </a:r>
            <a:endParaRPr sz="8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991102" y="162306"/>
            <a:ext cx="683260" cy="14668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800" spc="-10" dirty="0">
                <a:latin typeface="Times New Roman"/>
                <a:cs typeface="Times New Roman"/>
              </a:rPr>
              <a:t>ksrceresults.com</a:t>
            </a:r>
            <a:endParaRPr sz="8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94268" y="414173"/>
            <a:ext cx="969857" cy="1131965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2165730" y="514350"/>
            <a:ext cx="4610735" cy="1136015"/>
          </a:xfrm>
          <a:prstGeom prst="rect">
            <a:avLst/>
          </a:prstGeom>
        </p:spPr>
        <p:txBody>
          <a:bodyPr vert="horz" wrap="square" lIns="0" tIns="38735" rIns="0" bIns="0" rtlCol="0">
            <a:spAutoFit/>
          </a:bodyPr>
          <a:lstStyle/>
          <a:p>
            <a:pPr marL="862965" marR="374650" indent="-503555">
              <a:lnSpc>
                <a:spcPts val="1989"/>
              </a:lnSpc>
              <a:spcBef>
                <a:spcPts val="305"/>
              </a:spcBef>
            </a:pPr>
            <a:r>
              <a:rPr sz="1800" b="1" dirty="0">
                <a:latin typeface="Tahoma"/>
                <a:cs typeface="Tahoma"/>
              </a:rPr>
              <a:t>K.S.R</a:t>
            </a:r>
            <a:r>
              <a:rPr sz="1800" b="1" spc="-30" dirty="0">
                <a:latin typeface="Tahoma"/>
                <a:cs typeface="Tahoma"/>
              </a:rPr>
              <a:t> </a:t>
            </a:r>
            <a:r>
              <a:rPr sz="1800" b="1" spc="55" dirty="0">
                <a:latin typeface="Tahoma"/>
                <a:cs typeface="Tahoma"/>
              </a:rPr>
              <a:t>COLLEGE</a:t>
            </a:r>
            <a:r>
              <a:rPr sz="1800" b="1" spc="-15" dirty="0">
                <a:latin typeface="Tahoma"/>
                <a:cs typeface="Tahoma"/>
              </a:rPr>
              <a:t> </a:t>
            </a:r>
            <a:r>
              <a:rPr sz="1800" b="1" dirty="0">
                <a:latin typeface="Tahoma"/>
                <a:cs typeface="Tahoma"/>
              </a:rPr>
              <a:t>OF</a:t>
            </a:r>
            <a:r>
              <a:rPr sz="1800" b="1" spc="-25" dirty="0">
                <a:latin typeface="Tahoma"/>
                <a:cs typeface="Tahoma"/>
              </a:rPr>
              <a:t> </a:t>
            </a:r>
            <a:r>
              <a:rPr sz="1800" b="1" spc="-70" dirty="0">
                <a:latin typeface="Tahoma"/>
                <a:cs typeface="Tahoma"/>
              </a:rPr>
              <a:t>ENGINEERING, </a:t>
            </a:r>
            <a:r>
              <a:rPr sz="1800" b="1" spc="-30" dirty="0">
                <a:latin typeface="Tahoma"/>
                <a:cs typeface="Tahoma"/>
              </a:rPr>
              <a:t>TIRUCHENGODE </a:t>
            </a:r>
            <a:r>
              <a:rPr sz="1800" b="1" dirty="0">
                <a:latin typeface="Tahoma"/>
                <a:cs typeface="Tahoma"/>
              </a:rPr>
              <a:t>-</a:t>
            </a:r>
            <a:r>
              <a:rPr sz="1800" b="1" spc="-225" dirty="0">
                <a:latin typeface="Tahoma"/>
                <a:cs typeface="Tahoma"/>
              </a:rPr>
              <a:t> </a:t>
            </a:r>
            <a:r>
              <a:rPr sz="1800" b="1" spc="-110" dirty="0">
                <a:latin typeface="Tahoma"/>
                <a:cs typeface="Tahoma"/>
              </a:rPr>
              <a:t>637</a:t>
            </a:r>
            <a:r>
              <a:rPr sz="1800" b="1" spc="-185" dirty="0">
                <a:latin typeface="Tahoma"/>
                <a:cs typeface="Tahoma"/>
              </a:rPr>
              <a:t> </a:t>
            </a:r>
            <a:r>
              <a:rPr sz="1800" b="1" spc="-25" dirty="0">
                <a:latin typeface="Tahoma"/>
                <a:cs typeface="Tahoma"/>
              </a:rPr>
              <a:t>215</a:t>
            </a:r>
            <a:endParaRPr sz="1800" dirty="0">
              <a:latin typeface="Tahoma"/>
              <a:cs typeface="Tahoma"/>
            </a:endParaRPr>
          </a:p>
          <a:p>
            <a:pPr marL="2540" algn="ctr">
              <a:lnSpc>
                <a:spcPct val="100000"/>
              </a:lnSpc>
              <a:spcBef>
                <a:spcPts val="885"/>
              </a:spcBef>
            </a:pPr>
            <a:r>
              <a:rPr sz="1050" b="1" spc="-10" dirty="0">
                <a:latin typeface="Tahoma"/>
                <a:cs typeface="Tahoma"/>
              </a:rPr>
              <a:t>(Autonomous)</a:t>
            </a:r>
            <a:endParaRPr sz="1050" dirty="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  <a:spcBef>
                <a:spcPts val="790"/>
              </a:spcBef>
            </a:pPr>
            <a:r>
              <a:rPr sz="1350" b="1" dirty="0">
                <a:latin typeface="Tahoma"/>
                <a:cs typeface="Tahoma"/>
              </a:rPr>
              <a:t>UG</a:t>
            </a:r>
            <a:r>
              <a:rPr sz="1350" b="1" spc="-40" dirty="0">
                <a:latin typeface="Tahoma"/>
                <a:cs typeface="Tahoma"/>
              </a:rPr>
              <a:t> </a:t>
            </a:r>
            <a:r>
              <a:rPr sz="1350" b="1" dirty="0">
                <a:latin typeface="Tahoma"/>
                <a:cs typeface="Tahoma"/>
              </a:rPr>
              <a:t>&amp;</a:t>
            </a:r>
            <a:r>
              <a:rPr sz="1350" b="1" spc="-105" dirty="0">
                <a:latin typeface="Tahoma"/>
                <a:cs typeface="Tahoma"/>
              </a:rPr>
              <a:t> </a:t>
            </a:r>
            <a:r>
              <a:rPr sz="1350" b="1" dirty="0">
                <a:latin typeface="Tahoma"/>
                <a:cs typeface="Tahoma"/>
              </a:rPr>
              <a:t>PG</a:t>
            </a:r>
            <a:r>
              <a:rPr sz="1350" b="1" spc="-25" dirty="0">
                <a:latin typeface="Tahoma"/>
                <a:cs typeface="Tahoma"/>
              </a:rPr>
              <a:t> </a:t>
            </a:r>
            <a:r>
              <a:rPr sz="1350" b="1" dirty="0">
                <a:latin typeface="Tahoma"/>
                <a:cs typeface="Tahoma"/>
              </a:rPr>
              <a:t>END</a:t>
            </a:r>
            <a:r>
              <a:rPr sz="1350" b="1" spc="10" dirty="0">
                <a:latin typeface="Tahoma"/>
                <a:cs typeface="Tahoma"/>
              </a:rPr>
              <a:t> </a:t>
            </a:r>
            <a:r>
              <a:rPr sz="1350" b="1" dirty="0">
                <a:latin typeface="Tahoma"/>
                <a:cs typeface="Tahoma"/>
              </a:rPr>
              <a:t>SEMESTER</a:t>
            </a:r>
            <a:r>
              <a:rPr sz="1350" b="1" spc="45" dirty="0">
                <a:latin typeface="Tahoma"/>
                <a:cs typeface="Tahoma"/>
              </a:rPr>
              <a:t> </a:t>
            </a:r>
            <a:r>
              <a:rPr sz="1350" b="1" spc="-65" dirty="0">
                <a:latin typeface="Tahoma"/>
                <a:cs typeface="Tahoma"/>
              </a:rPr>
              <a:t>EXAMINATIONS</a:t>
            </a:r>
            <a:r>
              <a:rPr sz="1350" b="1" spc="-120" dirty="0">
                <a:latin typeface="Tahoma"/>
                <a:cs typeface="Tahoma"/>
              </a:rPr>
              <a:t> </a:t>
            </a:r>
            <a:r>
              <a:rPr sz="1350" b="1" spc="-20" dirty="0">
                <a:latin typeface="Tahoma"/>
                <a:cs typeface="Tahoma"/>
              </a:rPr>
              <a:t>-</a:t>
            </a:r>
            <a:r>
              <a:rPr sz="1350" b="1" spc="-160" dirty="0">
                <a:latin typeface="Tahoma"/>
                <a:cs typeface="Tahoma"/>
              </a:rPr>
              <a:t> </a:t>
            </a:r>
            <a:r>
              <a:rPr lang="en-US" sz="1350" b="1" spc="-160" dirty="0">
                <a:latin typeface="Tahoma"/>
                <a:cs typeface="Tahoma"/>
              </a:rPr>
              <a:t>d</a:t>
            </a:r>
            <a:r>
              <a:rPr sz="1350" b="1" dirty="0">
                <a:latin typeface="Tahoma"/>
                <a:cs typeface="Tahoma"/>
              </a:rPr>
              <a:t>e</a:t>
            </a:r>
            <a:r>
              <a:rPr lang="en-US" sz="1350" b="1" dirty="0">
                <a:latin typeface="Tahoma"/>
                <a:cs typeface="Tahoma"/>
              </a:rPr>
              <a:t>c</a:t>
            </a:r>
            <a:r>
              <a:rPr sz="1350" b="1" spc="-10" dirty="0">
                <a:latin typeface="Tahoma"/>
                <a:cs typeface="Tahoma"/>
              </a:rPr>
              <a:t> </a:t>
            </a:r>
            <a:r>
              <a:rPr sz="1350" b="1" spc="-20" dirty="0">
                <a:latin typeface="Tahoma"/>
                <a:cs typeface="Tahoma"/>
              </a:rPr>
              <a:t>-</a:t>
            </a:r>
            <a:r>
              <a:rPr sz="1350" b="1" spc="-135" dirty="0">
                <a:latin typeface="Tahoma"/>
                <a:cs typeface="Tahoma"/>
              </a:rPr>
              <a:t> </a:t>
            </a:r>
            <a:r>
              <a:rPr sz="1350" b="1" spc="-20" dirty="0">
                <a:latin typeface="Tahoma"/>
                <a:cs typeface="Tahoma"/>
              </a:rPr>
              <a:t>202</a:t>
            </a:r>
            <a:r>
              <a:rPr lang="en-US" sz="1350" b="1" spc="-20" dirty="0">
                <a:latin typeface="Tahoma"/>
                <a:cs typeface="Tahoma"/>
              </a:rPr>
              <a:t>3</a:t>
            </a:r>
            <a:endParaRPr sz="1350" dirty="0">
              <a:latin typeface="Tahoma"/>
              <a:cs typeface="Tahom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22884" y="10380654"/>
            <a:ext cx="954405" cy="137160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800" spc="-10" dirty="0">
                <a:latin typeface="Times New Roman"/>
                <a:cs typeface="Times New Roman"/>
                <a:hlinkClick r:id="rId3"/>
              </a:rPr>
              <a:t>https://ksrceresults.com</a:t>
            </a:r>
            <a:endParaRPr sz="8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25" dirty="0"/>
              <a:t>1/1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923950" y="6168008"/>
            <a:ext cx="5738495" cy="9398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R="7620" algn="ctr">
              <a:lnSpc>
                <a:spcPct val="100000"/>
              </a:lnSpc>
              <a:spcBef>
                <a:spcPts val="105"/>
              </a:spcBef>
            </a:pPr>
            <a:r>
              <a:rPr sz="1050" b="1" dirty="0">
                <a:latin typeface="Times New Roman"/>
                <a:cs typeface="Times New Roman"/>
              </a:rPr>
              <a:t>Revaluation</a:t>
            </a:r>
            <a:r>
              <a:rPr sz="1050" b="1" spc="-45" dirty="0">
                <a:latin typeface="Times New Roman"/>
                <a:cs typeface="Times New Roman"/>
              </a:rPr>
              <a:t> </a:t>
            </a:r>
            <a:r>
              <a:rPr sz="1050" b="1" spc="-10" dirty="0">
                <a:latin typeface="Times New Roman"/>
                <a:cs typeface="Times New Roman"/>
              </a:rPr>
              <a:t>Schedule</a:t>
            </a:r>
            <a:endParaRPr sz="1050">
              <a:latin typeface="Times New Roman"/>
              <a:cs typeface="Times New Roman"/>
            </a:endParaRPr>
          </a:p>
          <a:p>
            <a:pPr marR="6350" algn="ctr">
              <a:lnSpc>
                <a:spcPct val="100000"/>
              </a:lnSpc>
              <a:spcBef>
                <a:spcPts val="994"/>
              </a:spcBef>
            </a:pPr>
            <a:r>
              <a:rPr sz="1050" b="1" dirty="0">
                <a:latin typeface="Times New Roman"/>
                <a:cs typeface="Times New Roman"/>
              </a:rPr>
              <a:t>Last</a:t>
            </a:r>
            <a:r>
              <a:rPr sz="1050" b="1" spc="-55" dirty="0">
                <a:latin typeface="Times New Roman"/>
                <a:cs typeface="Times New Roman"/>
              </a:rPr>
              <a:t> </a:t>
            </a:r>
            <a:r>
              <a:rPr sz="1050" b="1" dirty="0">
                <a:latin typeface="Times New Roman"/>
                <a:cs typeface="Times New Roman"/>
              </a:rPr>
              <a:t>date</a:t>
            </a:r>
            <a:r>
              <a:rPr sz="1050" b="1" spc="-30" dirty="0">
                <a:latin typeface="Times New Roman"/>
                <a:cs typeface="Times New Roman"/>
              </a:rPr>
              <a:t> </a:t>
            </a:r>
            <a:r>
              <a:rPr sz="1050" b="1" spc="-10" dirty="0">
                <a:latin typeface="Times New Roman"/>
                <a:cs typeface="Times New Roman"/>
              </a:rPr>
              <a:t>for</a:t>
            </a:r>
            <a:r>
              <a:rPr sz="1050" b="1" spc="-60" dirty="0">
                <a:latin typeface="Times New Roman"/>
                <a:cs typeface="Times New Roman"/>
              </a:rPr>
              <a:t> </a:t>
            </a:r>
            <a:r>
              <a:rPr sz="1050" b="1" dirty="0">
                <a:latin typeface="Times New Roman"/>
                <a:cs typeface="Times New Roman"/>
              </a:rPr>
              <a:t>Applying &amp;</a:t>
            </a:r>
            <a:r>
              <a:rPr sz="1050" b="1" spc="-35" dirty="0">
                <a:latin typeface="Times New Roman"/>
                <a:cs typeface="Times New Roman"/>
              </a:rPr>
              <a:t> </a:t>
            </a:r>
            <a:r>
              <a:rPr sz="1050" b="1" dirty="0">
                <a:latin typeface="Times New Roman"/>
                <a:cs typeface="Times New Roman"/>
              </a:rPr>
              <a:t>Remitting</a:t>
            </a:r>
            <a:r>
              <a:rPr sz="1050" b="1" spc="-15" dirty="0">
                <a:latin typeface="Times New Roman"/>
                <a:cs typeface="Times New Roman"/>
              </a:rPr>
              <a:t> </a:t>
            </a:r>
            <a:r>
              <a:rPr sz="1050" b="1" dirty="0">
                <a:latin typeface="Times New Roman"/>
                <a:cs typeface="Times New Roman"/>
              </a:rPr>
              <a:t>fees</a:t>
            </a:r>
            <a:r>
              <a:rPr sz="1050" b="1" spc="-40" dirty="0">
                <a:latin typeface="Times New Roman"/>
                <a:cs typeface="Times New Roman"/>
              </a:rPr>
              <a:t> </a:t>
            </a:r>
            <a:r>
              <a:rPr sz="1050" b="1" dirty="0">
                <a:latin typeface="Times New Roman"/>
                <a:cs typeface="Times New Roman"/>
              </a:rPr>
              <a:t>for</a:t>
            </a:r>
            <a:r>
              <a:rPr sz="1050" b="1" spc="-35" dirty="0">
                <a:latin typeface="Times New Roman"/>
                <a:cs typeface="Times New Roman"/>
              </a:rPr>
              <a:t> </a:t>
            </a:r>
            <a:r>
              <a:rPr sz="1050" b="1" dirty="0">
                <a:latin typeface="Times New Roman"/>
                <a:cs typeface="Times New Roman"/>
              </a:rPr>
              <a:t>Photocopy</a:t>
            </a:r>
            <a:r>
              <a:rPr sz="1050" b="1" spc="-15" dirty="0">
                <a:latin typeface="Times New Roman"/>
                <a:cs typeface="Times New Roman"/>
              </a:rPr>
              <a:t> </a:t>
            </a:r>
            <a:r>
              <a:rPr sz="1050" b="1" dirty="0">
                <a:latin typeface="Times New Roman"/>
                <a:cs typeface="Times New Roman"/>
              </a:rPr>
              <a:t>is</a:t>
            </a:r>
            <a:r>
              <a:rPr sz="1050" b="1" spc="-25" dirty="0">
                <a:latin typeface="Times New Roman"/>
                <a:cs typeface="Times New Roman"/>
              </a:rPr>
              <a:t> </a:t>
            </a:r>
            <a:r>
              <a:rPr sz="1050" b="1" spc="-30" dirty="0">
                <a:latin typeface="Times New Roman"/>
                <a:cs typeface="Times New Roman"/>
              </a:rPr>
              <a:t>:11-</a:t>
            </a:r>
            <a:r>
              <a:rPr sz="1050" b="1" dirty="0">
                <a:latin typeface="Times New Roman"/>
                <a:cs typeface="Times New Roman"/>
              </a:rPr>
              <a:t>09-</a:t>
            </a:r>
            <a:r>
              <a:rPr sz="1050" b="1" spc="-20" dirty="0">
                <a:latin typeface="Times New Roman"/>
                <a:cs typeface="Times New Roman"/>
              </a:rPr>
              <a:t>2023</a:t>
            </a:r>
            <a:endParaRPr sz="1050">
              <a:latin typeface="Times New Roman"/>
              <a:cs typeface="Times New Roman"/>
            </a:endParaRPr>
          </a:p>
          <a:p>
            <a:pPr marL="12065" marR="5080" algn="ctr">
              <a:lnSpc>
                <a:spcPct val="118100"/>
              </a:lnSpc>
              <a:spcBef>
                <a:spcPts val="695"/>
              </a:spcBef>
            </a:pPr>
            <a:r>
              <a:rPr sz="1050" b="1" dirty="0">
                <a:latin typeface="Times New Roman"/>
                <a:cs typeface="Times New Roman"/>
              </a:rPr>
              <a:t>"Utmost</a:t>
            </a:r>
            <a:r>
              <a:rPr sz="1050" b="1" spc="-60" dirty="0">
                <a:latin typeface="Times New Roman"/>
                <a:cs typeface="Times New Roman"/>
              </a:rPr>
              <a:t> </a:t>
            </a:r>
            <a:r>
              <a:rPr sz="1050" b="1" dirty="0">
                <a:latin typeface="Times New Roman"/>
                <a:cs typeface="Times New Roman"/>
              </a:rPr>
              <a:t>care</a:t>
            </a:r>
            <a:r>
              <a:rPr sz="1050" b="1" spc="-65" dirty="0">
                <a:latin typeface="Times New Roman"/>
                <a:cs typeface="Times New Roman"/>
              </a:rPr>
              <a:t> </a:t>
            </a:r>
            <a:r>
              <a:rPr sz="1050" b="1" dirty="0">
                <a:latin typeface="Times New Roman"/>
                <a:cs typeface="Times New Roman"/>
              </a:rPr>
              <a:t>has</a:t>
            </a:r>
            <a:r>
              <a:rPr sz="1050" b="1" spc="5" dirty="0">
                <a:latin typeface="Times New Roman"/>
                <a:cs typeface="Times New Roman"/>
              </a:rPr>
              <a:t> </a:t>
            </a:r>
            <a:r>
              <a:rPr sz="1050" b="1" dirty="0">
                <a:latin typeface="Times New Roman"/>
                <a:cs typeface="Times New Roman"/>
              </a:rPr>
              <a:t>been</a:t>
            </a:r>
            <a:r>
              <a:rPr sz="1050" b="1" spc="-65" dirty="0">
                <a:latin typeface="Times New Roman"/>
                <a:cs typeface="Times New Roman"/>
              </a:rPr>
              <a:t> </a:t>
            </a:r>
            <a:r>
              <a:rPr sz="1050" b="1" dirty="0">
                <a:latin typeface="Times New Roman"/>
                <a:cs typeface="Times New Roman"/>
              </a:rPr>
              <a:t>taken</a:t>
            </a:r>
            <a:r>
              <a:rPr sz="1050" b="1" spc="-45" dirty="0">
                <a:latin typeface="Times New Roman"/>
                <a:cs typeface="Times New Roman"/>
              </a:rPr>
              <a:t> </a:t>
            </a:r>
            <a:r>
              <a:rPr sz="1050" b="1" dirty="0">
                <a:latin typeface="Times New Roman"/>
                <a:cs typeface="Times New Roman"/>
              </a:rPr>
              <a:t>in</a:t>
            </a:r>
            <a:r>
              <a:rPr sz="1050" b="1" spc="-25" dirty="0">
                <a:latin typeface="Times New Roman"/>
                <a:cs typeface="Times New Roman"/>
              </a:rPr>
              <a:t> </a:t>
            </a:r>
            <a:r>
              <a:rPr sz="1050" b="1" spc="-10" dirty="0">
                <a:latin typeface="Times New Roman"/>
                <a:cs typeface="Times New Roman"/>
              </a:rPr>
              <a:t>publishing</a:t>
            </a:r>
            <a:r>
              <a:rPr sz="1050" b="1" spc="100" dirty="0">
                <a:latin typeface="Times New Roman"/>
                <a:cs typeface="Times New Roman"/>
              </a:rPr>
              <a:t> </a:t>
            </a:r>
            <a:r>
              <a:rPr sz="1050" b="1" dirty="0">
                <a:latin typeface="Times New Roman"/>
                <a:cs typeface="Times New Roman"/>
              </a:rPr>
              <a:t>the</a:t>
            </a:r>
            <a:r>
              <a:rPr sz="1050" b="1" spc="-30" dirty="0">
                <a:latin typeface="Times New Roman"/>
                <a:cs typeface="Times New Roman"/>
              </a:rPr>
              <a:t> </a:t>
            </a:r>
            <a:r>
              <a:rPr sz="1050" b="1" dirty="0">
                <a:latin typeface="Times New Roman"/>
                <a:cs typeface="Times New Roman"/>
              </a:rPr>
              <a:t>result</a:t>
            </a:r>
            <a:r>
              <a:rPr sz="1050" b="1" spc="-25" dirty="0">
                <a:latin typeface="Times New Roman"/>
                <a:cs typeface="Times New Roman"/>
              </a:rPr>
              <a:t> </a:t>
            </a:r>
            <a:r>
              <a:rPr sz="1050" b="1" dirty="0">
                <a:latin typeface="Times New Roman"/>
                <a:cs typeface="Times New Roman"/>
              </a:rPr>
              <a:t>on</a:t>
            </a:r>
            <a:r>
              <a:rPr sz="1050" b="1" spc="-25" dirty="0">
                <a:latin typeface="Times New Roman"/>
                <a:cs typeface="Times New Roman"/>
              </a:rPr>
              <a:t> </a:t>
            </a:r>
            <a:r>
              <a:rPr sz="1050" b="1" dirty="0">
                <a:latin typeface="Times New Roman"/>
                <a:cs typeface="Times New Roman"/>
              </a:rPr>
              <a:t>website.</a:t>
            </a:r>
            <a:r>
              <a:rPr sz="1050" b="1" spc="-30" dirty="0">
                <a:latin typeface="Times New Roman"/>
                <a:cs typeface="Times New Roman"/>
              </a:rPr>
              <a:t> </a:t>
            </a:r>
            <a:r>
              <a:rPr sz="1050" b="1" dirty="0">
                <a:latin typeface="Times New Roman"/>
                <a:cs typeface="Times New Roman"/>
              </a:rPr>
              <a:t>In</a:t>
            </a:r>
            <a:r>
              <a:rPr sz="1050" b="1" spc="-25" dirty="0">
                <a:latin typeface="Times New Roman"/>
                <a:cs typeface="Times New Roman"/>
              </a:rPr>
              <a:t> </a:t>
            </a:r>
            <a:r>
              <a:rPr sz="1050" b="1" dirty="0">
                <a:latin typeface="Times New Roman"/>
                <a:cs typeface="Times New Roman"/>
              </a:rPr>
              <a:t>case</a:t>
            </a:r>
            <a:r>
              <a:rPr sz="1050" b="1" spc="-55" dirty="0">
                <a:latin typeface="Times New Roman"/>
                <a:cs typeface="Times New Roman"/>
              </a:rPr>
              <a:t> </a:t>
            </a:r>
            <a:r>
              <a:rPr sz="1050" b="1" dirty="0">
                <a:latin typeface="Times New Roman"/>
                <a:cs typeface="Times New Roman"/>
              </a:rPr>
              <a:t>of</a:t>
            </a:r>
            <a:r>
              <a:rPr sz="1050" b="1" spc="-30" dirty="0">
                <a:latin typeface="Times New Roman"/>
                <a:cs typeface="Times New Roman"/>
              </a:rPr>
              <a:t> </a:t>
            </a:r>
            <a:r>
              <a:rPr sz="1050" b="1" dirty="0">
                <a:latin typeface="Times New Roman"/>
                <a:cs typeface="Times New Roman"/>
              </a:rPr>
              <a:t>any</a:t>
            </a:r>
            <a:r>
              <a:rPr sz="1050" b="1" spc="-15" dirty="0">
                <a:latin typeface="Times New Roman"/>
                <a:cs typeface="Times New Roman"/>
              </a:rPr>
              <a:t> </a:t>
            </a:r>
            <a:r>
              <a:rPr sz="1050" b="1" dirty="0">
                <a:latin typeface="Times New Roman"/>
                <a:cs typeface="Times New Roman"/>
              </a:rPr>
              <a:t>error</a:t>
            </a:r>
            <a:r>
              <a:rPr sz="1050" b="1" spc="-105" dirty="0">
                <a:latin typeface="Times New Roman"/>
                <a:cs typeface="Times New Roman"/>
              </a:rPr>
              <a:t> </a:t>
            </a:r>
            <a:r>
              <a:rPr sz="1050" b="1" dirty="0">
                <a:latin typeface="Times New Roman"/>
                <a:cs typeface="Times New Roman"/>
              </a:rPr>
              <a:t>the</a:t>
            </a:r>
            <a:r>
              <a:rPr sz="1050" b="1" spc="-5" dirty="0">
                <a:latin typeface="Times New Roman"/>
                <a:cs typeface="Times New Roman"/>
              </a:rPr>
              <a:t> </a:t>
            </a:r>
            <a:r>
              <a:rPr sz="1050" b="1" dirty="0">
                <a:latin typeface="Times New Roman"/>
                <a:cs typeface="Times New Roman"/>
              </a:rPr>
              <a:t>controller</a:t>
            </a:r>
            <a:r>
              <a:rPr sz="1050" b="1" spc="-80" dirty="0">
                <a:latin typeface="Times New Roman"/>
                <a:cs typeface="Times New Roman"/>
              </a:rPr>
              <a:t> </a:t>
            </a:r>
            <a:r>
              <a:rPr sz="1050" b="1" spc="-25" dirty="0">
                <a:latin typeface="Times New Roman"/>
                <a:cs typeface="Times New Roman"/>
              </a:rPr>
              <a:t>of </a:t>
            </a:r>
            <a:r>
              <a:rPr sz="1050" b="1" spc="-10" dirty="0">
                <a:latin typeface="Times New Roman"/>
                <a:cs typeface="Times New Roman"/>
              </a:rPr>
              <a:t>examination's</a:t>
            </a:r>
            <a:r>
              <a:rPr sz="1050" b="1" spc="65" dirty="0">
                <a:latin typeface="Times New Roman"/>
                <a:cs typeface="Times New Roman"/>
              </a:rPr>
              <a:t> </a:t>
            </a:r>
            <a:r>
              <a:rPr sz="1050" b="1" dirty="0">
                <a:latin typeface="Times New Roman"/>
                <a:cs typeface="Times New Roman"/>
              </a:rPr>
              <a:t>decision</a:t>
            </a:r>
            <a:r>
              <a:rPr sz="1050" b="1" spc="-35" dirty="0">
                <a:latin typeface="Times New Roman"/>
                <a:cs typeface="Times New Roman"/>
              </a:rPr>
              <a:t> </a:t>
            </a:r>
            <a:r>
              <a:rPr sz="1050" b="1" dirty="0">
                <a:latin typeface="Times New Roman"/>
                <a:cs typeface="Times New Roman"/>
              </a:rPr>
              <a:t>is</a:t>
            </a:r>
            <a:r>
              <a:rPr sz="1050" b="1" spc="5" dirty="0">
                <a:latin typeface="Times New Roman"/>
                <a:cs typeface="Times New Roman"/>
              </a:rPr>
              <a:t> </a:t>
            </a:r>
            <a:r>
              <a:rPr sz="1050" b="1" spc="-10" dirty="0">
                <a:latin typeface="Times New Roman"/>
                <a:cs typeface="Times New Roman"/>
              </a:rPr>
              <a:t>final."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28294" y="1842261"/>
            <a:ext cx="999490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b="1" dirty="0">
                <a:latin typeface="Times New Roman"/>
                <a:cs typeface="Times New Roman"/>
              </a:rPr>
              <a:t>Register</a:t>
            </a:r>
            <a:r>
              <a:rPr sz="1050" b="1" spc="-50" dirty="0">
                <a:latin typeface="Times New Roman"/>
                <a:cs typeface="Times New Roman"/>
              </a:rPr>
              <a:t> </a:t>
            </a:r>
            <a:r>
              <a:rPr sz="1050" b="1" spc="-10" dirty="0">
                <a:latin typeface="Times New Roman"/>
                <a:cs typeface="Times New Roman"/>
              </a:rPr>
              <a:t>Number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272029" y="1842261"/>
            <a:ext cx="833119" cy="17504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b="1" dirty="0">
                <a:latin typeface="Times New Roman"/>
                <a:cs typeface="Times New Roman"/>
              </a:rPr>
              <a:t>:</a:t>
            </a:r>
            <a:r>
              <a:rPr sz="1050" b="1" spc="-15" dirty="0">
                <a:latin typeface="Times New Roman"/>
                <a:cs typeface="Times New Roman"/>
              </a:rPr>
              <a:t> </a:t>
            </a:r>
            <a:r>
              <a:rPr lang="en-US" sz="1050" b="1" spc="-10" dirty="0">
                <a:latin typeface="Times New Roman"/>
                <a:cs typeface="Times New Roman"/>
              </a:rPr>
              <a:t>73152313002</a:t>
            </a:r>
            <a:endParaRPr sz="1050" dirty="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28294" y="2222957"/>
            <a:ext cx="1332230" cy="1873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b="1" dirty="0">
                <a:latin typeface="Times New Roman"/>
                <a:cs typeface="Times New Roman"/>
              </a:rPr>
              <a:t>Name</a:t>
            </a:r>
            <a:r>
              <a:rPr sz="1050" b="1" spc="-55" dirty="0">
                <a:latin typeface="Times New Roman"/>
                <a:cs typeface="Times New Roman"/>
              </a:rPr>
              <a:t> </a:t>
            </a:r>
            <a:r>
              <a:rPr sz="1050" b="1" dirty="0">
                <a:latin typeface="Times New Roman"/>
                <a:cs typeface="Times New Roman"/>
              </a:rPr>
              <a:t>of</a:t>
            </a:r>
            <a:r>
              <a:rPr sz="1050" b="1" spc="-30" dirty="0">
                <a:latin typeface="Times New Roman"/>
                <a:cs typeface="Times New Roman"/>
              </a:rPr>
              <a:t> </a:t>
            </a:r>
            <a:r>
              <a:rPr sz="1050" b="1" dirty="0">
                <a:latin typeface="Times New Roman"/>
                <a:cs typeface="Times New Roman"/>
              </a:rPr>
              <a:t>the</a:t>
            </a:r>
            <a:r>
              <a:rPr sz="1050" b="1" spc="-10" dirty="0">
                <a:latin typeface="Times New Roman"/>
                <a:cs typeface="Times New Roman"/>
              </a:rPr>
              <a:t> Candidate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272029" y="2222957"/>
            <a:ext cx="1399540" cy="17504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b="1" dirty="0">
                <a:latin typeface="Times New Roman"/>
                <a:cs typeface="Times New Roman"/>
              </a:rPr>
              <a:t>:</a:t>
            </a:r>
            <a:r>
              <a:rPr lang="en-US" sz="1050" b="1" dirty="0">
                <a:latin typeface="Times New Roman"/>
                <a:cs typeface="Times New Roman"/>
              </a:rPr>
              <a:t> </a:t>
            </a:r>
            <a:r>
              <a:rPr sz="1050" b="1" spc="-50" dirty="0">
                <a:latin typeface="Times New Roman"/>
                <a:cs typeface="Times New Roman"/>
              </a:rPr>
              <a:t>S</a:t>
            </a:r>
            <a:r>
              <a:rPr lang="en-US" sz="1050" b="1" spc="-50" dirty="0">
                <a:latin typeface="Times New Roman"/>
                <a:cs typeface="Times New Roman"/>
              </a:rPr>
              <a:t>IVA KUMAR S</a:t>
            </a:r>
            <a:endParaRPr sz="1050" dirty="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28294" y="2604642"/>
            <a:ext cx="704215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b="1" spc="-10" dirty="0">
                <a:latin typeface="Times New Roman"/>
                <a:cs typeface="Times New Roman"/>
              </a:rPr>
              <a:t>Programme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272029" y="2604642"/>
            <a:ext cx="2425700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b="1" dirty="0">
                <a:latin typeface="Times New Roman"/>
                <a:cs typeface="Times New Roman"/>
              </a:rPr>
              <a:t>:</a:t>
            </a:r>
            <a:r>
              <a:rPr sz="1050" b="1" spc="-5" dirty="0">
                <a:latin typeface="Times New Roman"/>
                <a:cs typeface="Times New Roman"/>
              </a:rPr>
              <a:t> </a:t>
            </a:r>
            <a:r>
              <a:rPr sz="1050" b="1" dirty="0">
                <a:latin typeface="Times New Roman"/>
                <a:cs typeface="Times New Roman"/>
              </a:rPr>
              <a:t>B.E</a:t>
            </a:r>
            <a:r>
              <a:rPr sz="1050" b="1" spc="-35" dirty="0">
                <a:latin typeface="Times New Roman"/>
                <a:cs typeface="Times New Roman"/>
              </a:rPr>
              <a:t> </a:t>
            </a:r>
            <a:r>
              <a:rPr sz="1050" b="1" dirty="0">
                <a:latin typeface="Times New Roman"/>
                <a:cs typeface="Times New Roman"/>
              </a:rPr>
              <a:t>-</a:t>
            </a:r>
            <a:r>
              <a:rPr sz="1050" b="1" spc="-20" dirty="0">
                <a:latin typeface="Times New Roman"/>
                <a:cs typeface="Times New Roman"/>
              </a:rPr>
              <a:t> </a:t>
            </a:r>
            <a:r>
              <a:rPr sz="1050" b="1" spc="-10" dirty="0">
                <a:latin typeface="Times New Roman"/>
                <a:cs typeface="Times New Roman"/>
              </a:rPr>
              <a:t>Computer</a:t>
            </a:r>
            <a:r>
              <a:rPr sz="1050" b="1" spc="-80" dirty="0">
                <a:latin typeface="Times New Roman"/>
                <a:cs typeface="Times New Roman"/>
              </a:rPr>
              <a:t> </a:t>
            </a:r>
            <a:r>
              <a:rPr sz="1050" b="1" dirty="0">
                <a:latin typeface="Times New Roman"/>
                <a:cs typeface="Times New Roman"/>
              </a:rPr>
              <a:t>Science</a:t>
            </a:r>
            <a:r>
              <a:rPr sz="1050" b="1" spc="-20" dirty="0">
                <a:latin typeface="Times New Roman"/>
                <a:cs typeface="Times New Roman"/>
              </a:rPr>
              <a:t> </a:t>
            </a:r>
            <a:r>
              <a:rPr sz="1050" b="1" dirty="0">
                <a:latin typeface="Times New Roman"/>
                <a:cs typeface="Times New Roman"/>
              </a:rPr>
              <a:t>and</a:t>
            </a:r>
            <a:r>
              <a:rPr sz="1050" b="1" spc="35" dirty="0">
                <a:latin typeface="Times New Roman"/>
                <a:cs typeface="Times New Roman"/>
              </a:rPr>
              <a:t> </a:t>
            </a:r>
            <a:r>
              <a:rPr sz="1050" b="1" spc="-10" dirty="0">
                <a:latin typeface="Times New Roman"/>
                <a:cs typeface="Times New Roman"/>
              </a:rPr>
              <a:t>Engineering</a:t>
            </a:r>
            <a:endParaRPr sz="1050">
              <a:latin typeface="Times New Roman"/>
              <a:cs typeface="Times New Roman"/>
            </a:endParaRPr>
          </a:p>
        </p:txBody>
      </p: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05B3CD20-72FF-BCA2-C032-003EC608A1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1629902"/>
              </p:ext>
            </p:extLst>
          </p:nvPr>
        </p:nvGraphicFramePr>
        <p:xfrm>
          <a:off x="706741" y="3215540"/>
          <a:ext cx="6273800" cy="796290"/>
        </p:xfrm>
        <a:graphic>
          <a:graphicData uri="http://schemas.openxmlformats.org/drawingml/2006/table">
            <a:tbl>
              <a:tblPr firstRow="1" bandRow="1"/>
              <a:tblGrid>
                <a:gridCol w="328869">
                  <a:extLst>
                    <a:ext uri="{9D8B030D-6E8A-4147-A177-3AD203B41FA5}">
                      <a16:colId xmlns:a16="http://schemas.microsoft.com/office/drawing/2014/main" val="1409301199"/>
                    </a:ext>
                  </a:extLst>
                </a:gridCol>
                <a:gridCol w="758927">
                  <a:extLst>
                    <a:ext uri="{9D8B030D-6E8A-4147-A177-3AD203B41FA5}">
                      <a16:colId xmlns:a16="http://schemas.microsoft.com/office/drawing/2014/main" val="3052474025"/>
                    </a:ext>
                  </a:extLst>
                </a:gridCol>
                <a:gridCol w="1011903">
                  <a:extLst>
                    <a:ext uri="{9D8B030D-6E8A-4147-A177-3AD203B41FA5}">
                      <a16:colId xmlns:a16="http://schemas.microsoft.com/office/drawing/2014/main" val="2248270506"/>
                    </a:ext>
                  </a:extLst>
                </a:gridCol>
                <a:gridCol w="2365324">
                  <a:extLst>
                    <a:ext uri="{9D8B030D-6E8A-4147-A177-3AD203B41FA5}">
                      <a16:colId xmlns:a16="http://schemas.microsoft.com/office/drawing/2014/main" val="2695069839"/>
                    </a:ext>
                  </a:extLst>
                </a:gridCol>
                <a:gridCol w="1264879">
                  <a:extLst>
                    <a:ext uri="{9D8B030D-6E8A-4147-A177-3AD203B41FA5}">
                      <a16:colId xmlns:a16="http://schemas.microsoft.com/office/drawing/2014/main" val="2793294618"/>
                    </a:ext>
                  </a:extLst>
                </a:gridCol>
                <a:gridCol w="543898">
                  <a:extLst>
                    <a:ext uri="{9D8B030D-6E8A-4147-A177-3AD203B41FA5}">
                      <a16:colId xmlns:a16="http://schemas.microsoft.com/office/drawing/2014/main" val="1538940400"/>
                    </a:ext>
                  </a:extLst>
                </a:gridCol>
              </a:tblGrid>
              <a:tr h="198755">
                <a:tc>
                  <a:txBody>
                    <a:bodyPr/>
                    <a:lstStyle/>
                    <a:p>
                      <a:pPr marL="9144" algn="ctr" fontAlgn="t">
                        <a:buNone/>
                      </a:pPr>
                      <a:r>
                        <a:rPr lang="en-IN" sz="1050" b="1" i="0" u="none" strike="noStrike" spc="-2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S.NO</a:t>
                      </a:r>
                      <a:endParaRPr lang="en-IN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fontAlgn="t">
                        <a:buNone/>
                      </a:pPr>
                      <a:r>
                        <a:rPr lang="en-IN" sz="1050" b="1" i="0" u="none" strike="noStrike" spc="-1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SEMESTER</a:t>
                      </a:r>
                      <a:endParaRPr lang="en-IN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144" algn="ctr" fontAlgn="t">
                        <a:buNone/>
                      </a:pPr>
                      <a:r>
                        <a:rPr lang="en-IN" sz="1050" b="1" i="0" u="none" strike="noStrike" spc="-1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COURSE</a:t>
                      </a:r>
                      <a:r>
                        <a:rPr lang="en-IN" sz="1050" b="1" i="0" u="none" strike="noStrike" spc="-15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N" sz="1050" b="1" i="0" u="none" strike="noStrike" spc="-2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CODE</a:t>
                      </a:r>
                      <a:endParaRPr lang="en-IN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85800" algn="l" fontAlgn="t">
                        <a:buNone/>
                      </a:pPr>
                      <a:r>
                        <a:rPr lang="en-IN" sz="1050" b="1" i="0" u="none" strike="noStrike" spc="-1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COURSE</a:t>
                      </a:r>
                      <a:r>
                        <a:rPr lang="en-IN" sz="1050" b="1" i="0" u="none" strike="noStrike" spc="-15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N" sz="1050" b="1" i="0" u="none" strike="noStrike" spc="-2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NAME</a:t>
                      </a:r>
                      <a:endParaRPr lang="en-IN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fontAlgn="t">
                        <a:buNone/>
                      </a:pPr>
                      <a:r>
                        <a:rPr lang="en-IN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GRADE</a:t>
                      </a:r>
                      <a:r>
                        <a:rPr lang="en-IN" sz="1050" b="1" i="0" u="none" strike="noStrike" spc="-55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N" sz="1050" b="1" i="0" u="none" strike="noStrike" spc="-1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OBTAINED</a:t>
                      </a:r>
                      <a:endParaRPr lang="en-IN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fontAlgn="t">
                        <a:buNone/>
                      </a:pPr>
                      <a:r>
                        <a:rPr lang="en-IN" sz="1050" b="1" i="0" u="none" strike="noStrike" spc="-1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RESULT</a:t>
                      </a:r>
                      <a:endParaRPr lang="en-IN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5562327"/>
                  </a:ext>
                </a:extLst>
              </a:tr>
              <a:tr h="199390">
                <a:tc>
                  <a:txBody>
                    <a:bodyPr/>
                    <a:lstStyle/>
                    <a:p>
                      <a:pPr marL="9144" algn="ctr" fontAlgn="t">
                        <a:buNone/>
                      </a:pPr>
                      <a:r>
                        <a:rPr lang="en-IN" sz="1050" b="1" i="0" u="none" strike="noStrike" spc="-5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IN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144" algn="ctr" fontAlgn="t">
                        <a:buNone/>
                      </a:pPr>
                      <a:r>
                        <a:rPr lang="en-IN" sz="1050" b="1" i="0" u="none" strike="noStrike" spc="-5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IN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fontAlgn="t">
                        <a:buNone/>
                      </a:pPr>
                      <a:r>
                        <a:rPr lang="en-IN" sz="1050" b="1" i="0" u="none" strike="noStrike" spc="-1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20EN151</a:t>
                      </a:r>
                      <a:endParaRPr lang="en-IN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144" algn="l" fontAlgn="t">
                        <a:buNone/>
                      </a:pPr>
                      <a:r>
                        <a:rPr lang="en-IN" sz="105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Technical</a:t>
                      </a:r>
                      <a:r>
                        <a:rPr lang="en-IN" sz="1050" b="1" i="0" u="none" strike="noStrike" spc="3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N" sz="1050" b="1" i="0" u="none" strike="noStrike" spc="-2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English-</a:t>
                      </a:r>
                      <a:r>
                        <a:rPr lang="en-IN" sz="1050" b="1" i="0" u="none" strike="noStrike" spc="-5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IN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144" algn="ctr" fontAlgn="t">
                        <a:buNone/>
                      </a:pPr>
                      <a:r>
                        <a:rPr lang="en-US" sz="1050" b="1" i="0" u="none" strike="noStrike" spc="-25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en-IN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288" algn="ctr" fontAlgn="t">
                        <a:buNone/>
                      </a:pPr>
                      <a:r>
                        <a:rPr lang="en-IN" sz="1050" b="1" i="0" u="none" strike="noStrike" spc="-5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</a:t>
                      </a:r>
                      <a:endParaRPr lang="en-IN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02277837"/>
                  </a:ext>
                </a:extLst>
              </a:tr>
              <a:tr h="198755">
                <a:tc>
                  <a:txBody>
                    <a:bodyPr/>
                    <a:lstStyle/>
                    <a:p>
                      <a:pPr marL="9144" algn="ctr" fontAlgn="t">
                        <a:buNone/>
                      </a:pPr>
                      <a:r>
                        <a:rPr lang="en-IN" sz="1050" b="1" i="0" u="none" strike="noStrike" spc="-5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IN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144" algn="ctr" fontAlgn="t">
                        <a:buNone/>
                      </a:pPr>
                      <a:r>
                        <a:rPr lang="en-IN" sz="1050" b="1" i="0" u="none" strike="noStrike" spc="-5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IN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fontAlgn="t">
                        <a:buNone/>
                      </a:pPr>
                      <a:r>
                        <a:rPr lang="en-IN" sz="1050" b="1" i="0" u="none" strike="noStrike" spc="-1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20MA151</a:t>
                      </a:r>
                      <a:endParaRPr lang="en-IN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144" algn="l" fontAlgn="t">
                        <a:buNone/>
                      </a:pPr>
                      <a:r>
                        <a:rPr lang="en-IN" sz="105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Engineering</a:t>
                      </a:r>
                      <a:r>
                        <a:rPr lang="en-IN" sz="1050" b="1" i="0" u="none" strike="noStrike" spc="5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N" sz="1050" b="1" i="0" u="none" strike="noStrike" spc="-1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mathematics-</a:t>
                      </a:r>
                      <a:r>
                        <a:rPr lang="en-IN" sz="1050" b="1" i="0" u="none" strike="noStrike" spc="-5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IN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fontAlgn="t">
                        <a:buNone/>
                      </a:pPr>
                      <a:r>
                        <a:rPr lang="en-IN" sz="1050" b="1" i="0" u="none" strike="noStrike" spc="-25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A+</a:t>
                      </a:r>
                      <a:endParaRPr lang="en-IN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288" algn="ctr" fontAlgn="t">
                        <a:buNone/>
                      </a:pPr>
                      <a:r>
                        <a:rPr lang="en-IN" sz="1050" b="1" i="0" u="none" strike="noStrike" spc="-5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</a:t>
                      </a:r>
                      <a:endParaRPr lang="en-IN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87039883"/>
                  </a:ext>
                </a:extLst>
              </a:tr>
              <a:tr h="199390">
                <a:tc>
                  <a:txBody>
                    <a:bodyPr/>
                    <a:lstStyle/>
                    <a:p>
                      <a:pPr marL="9144" algn="ctr" fontAlgn="t">
                        <a:buNone/>
                      </a:pPr>
                      <a:r>
                        <a:rPr lang="en-IN" sz="1050" b="1" i="0" u="none" strike="noStrike" spc="-5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IN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144" algn="ctr" fontAlgn="t">
                        <a:buNone/>
                      </a:pPr>
                      <a:r>
                        <a:rPr lang="en-IN" sz="1050" b="1" i="0" u="none" strike="noStrike" spc="-5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IN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fontAlgn="t">
                        <a:buNone/>
                      </a:pPr>
                      <a:r>
                        <a:rPr lang="en-IN" sz="1050" b="1" i="0" u="none" strike="noStrike" spc="-1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20CH051</a:t>
                      </a:r>
                      <a:endParaRPr lang="en-IN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144" algn="l" fontAlgn="t">
                        <a:buNone/>
                      </a:pPr>
                      <a:r>
                        <a:rPr lang="en-IN" sz="105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Engineering</a:t>
                      </a:r>
                      <a:r>
                        <a:rPr lang="en-IN" sz="1050" b="1" i="0" u="none" strike="noStrike" spc="-5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N" sz="1050" b="1" i="0" u="none" strike="noStrike" spc="-1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Chemistry</a:t>
                      </a:r>
                      <a:endParaRPr lang="en-IN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144" algn="ctr" fontAlgn="t">
                        <a:buNone/>
                      </a:pPr>
                      <a:r>
                        <a:rPr lang="en-US" sz="1050" b="1" i="0" u="none" strike="noStrike" spc="-5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</a:t>
                      </a:r>
                      <a:endParaRPr lang="en-IN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288" algn="ctr" fontAlgn="t">
                        <a:buNone/>
                      </a:pPr>
                      <a:r>
                        <a:rPr lang="en-IN" sz="1050" b="1" i="0" u="none" strike="noStrike" spc="-5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</a:t>
                      </a:r>
                      <a:endParaRPr lang="en-IN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3388678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22884" y="162306"/>
            <a:ext cx="767715" cy="14668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800" dirty="0">
                <a:latin typeface="Times New Roman"/>
                <a:cs typeface="Times New Roman"/>
              </a:rPr>
              <a:t>07/09/2023,</a:t>
            </a:r>
            <a:r>
              <a:rPr sz="800" spc="-60" dirty="0">
                <a:latin typeface="Times New Roman"/>
                <a:cs typeface="Times New Roman"/>
              </a:rPr>
              <a:t> </a:t>
            </a:r>
            <a:r>
              <a:rPr sz="800" spc="-10" dirty="0">
                <a:latin typeface="Times New Roman"/>
                <a:cs typeface="Times New Roman"/>
              </a:rPr>
              <a:t>19:15</a:t>
            </a:r>
            <a:endParaRPr sz="8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991102" y="162306"/>
            <a:ext cx="683260" cy="14668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800" spc="-10" dirty="0">
                <a:latin typeface="Times New Roman"/>
                <a:cs typeface="Times New Roman"/>
              </a:rPr>
              <a:t>ksrceresults.com</a:t>
            </a:r>
            <a:endParaRPr sz="8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94268" y="414173"/>
            <a:ext cx="969857" cy="1131965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2226691" y="514350"/>
            <a:ext cx="4487545" cy="1136015"/>
          </a:xfrm>
          <a:prstGeom prst="rect">
            <a:avLst/>
          </a:prstGeom>
        </p:spPr>
        <p:txBody>
          <a:bodyPr vert="horz" wrap="square" lIns="0" tIns="38735" rIns="0" bIns="0" rtlCol="0">
            <a:spAutoFit/>
          </a:bodyPr>
          <a:lstStyle/>
          <a:p>
            <a:pPr marL="802005" marR="312420" indent="-503555">
              <a:lnSpc>
                <a:spcPts val="1989"/>
              </a:lnSpc>
              <a:spcBef>
                <a:spcPts val="305"/>
              </a:spcBef>
            </a:pPr>
            <a:r>
              <a:rPr sz="1800" b="1" dirty="0">
                <a:latin typeface="Tahoma"/>
                <a:cs typeface="Tahoma"/>
              </a:rPr>
              <a:t>K.S.R</a:t>
            </a:r>
            <a:r>
              <a:rPr sz="1800" b="1" spc="-30" dirty="0">
                <a:latin typeface="Tahoma"/>
                <a:cs typeface="Tahoma"/>
              </a:rPr>
              <a:t> </a:t>
            </a:r>
            <a:r>
              <a:rPr sz="1800" b="1" spc="55" dirty="0">
                <a:latin typeface="Tahoma"/>
                <a:cs typeface="Tahoma"/>
              </a:rPr>
              <a:t>COLLEGE</a:t>
            </a:r>
            <a:r>
              <a:rPr sz="1800" b="1" spc="-15" dirty="0">
                <a:latin typeface="Tahoma"/>
                <a:cs typeface="Tahoma"/>
              </a:rPr>
              <a:t> </a:t>
            </a:r>
            <a:r>
              <a:rPr sz="1800" b="1" dirty="0">
                <a:latin typeface="Tahoma"/>
                <a:cs typeface="Tahoma"/>
              </a:rPr>
              <a:t>OF</a:t>
            </a:r>
            <a:r>
              <a:rPr sz="1800" b="1" spc="-25" dirty="0">
                <a:latin typeface="Tahoma"/>
                <a:cs typeface="Tahoma"/>
              </a:rPr>
              <a:t> </a:t>
            </a:r>
            <a:r>
              <a:rPr sz="1800" b="1" spc="-70" dirty="0">
                <a:latin typeface="Tahoma"/>
                <a:cs typeface="Tahoma"/>
              </a:rPr>
              <a:t>ENGINEERING, </a:t>
            </a:r>
            <a:r>
              <a:rPr sz="1800" b="1" spc="-30" dirty="0">
                <a:latin typeface="Tahoma"/>
                <a:cs typeface="Tahoma"/>
              </a:rPr>
              <a:t>TIRUCHENGODE </a:t>
            </a:r>
            <a:r>
              <a:rPr sz="1800" b="1" dirty="0">
                <a:latin typeface="Tahoma"/>
                <a:cs typeface="Tahoma"/>
              </a:rPr>
              <a:t>-</a:t>
            </a:r>
            <a:r>
              <a:rPr sz="1800" b="1" spc="-225" dirty="0">
                <a:latin typeface="Tahoma"/>
                <a:cs typeface="Tahoma"/>
              </a:rPr>
              <a:t> </a:t>
            </a:r>
            <a:r>
              <a:rPr sz="1800" b="1" spc="-110" dirty="0">
                <a:latin typeface="Tahoma"/>
                <a:cs typeface="Tahoma"/>
              </a:rPr>
              <a:t>637</a:t>
            </a:r>
            <a:r>
              <a:rPr sz="1800" b="1" spc="-185" dirty="0">
                <a:latin typeface="Tahoma"/>
                <a:cs typeface="Tahoma"/>
              </a:rPr>
              <a:t> </a:t>
            </a:r>
            <a:r>
              <a:rPr sz="1800" b="1" spc="-25" dirty="0">
                <a:latin typeface="Tahoma"/>
                <a:cs typeface="Tahoma"/>
              </a:rPr>
              <a:t>215</a:t>
            </a:r>
            <a:endParaRPr sz="1800" dirty="0">
              <a:latin typeface="Tahoma"/>
              <a:cs typeface="Tahoma"/>
            </a:endParaRPr>
          </a:p>
          <a:p>
            <a:pPr marL="3810" algn="ctr">
              <a:lnSpc>
                <a:spcPct val="100000"/>
              </a:lnSpc>
              <a:spcBef>
                <a:spcPts val="885"/>
              </a:spcBef>
            </a:pPr>
            <a:r>
              <a:rPr sz="1050" b="1" spc="-10" dirty="0">
                <a:latin typeface="Tahoma"/>
                <a:cs typeface="Tahoma"/>
              </a:rPr>
              <a:t>(Autonomous)</a:t>
            </a:r>
            <a:endParaRPr sz="1050" dirty="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  <a:spcBef>
                <a:spcPts val="790"/>
              </a:spcBef>
            </a:pPr>
            <a:r>
              <a:rPr sz="1350" b="1" dirty="0">
                <a:latin typeface="Tahoma"/>
                <a:cs typeface="Tahoma"/>
              </a:rPr>
              <a:t>UG</a:t>
            </a:r>
            <a:r>
              <a:rPr sz="1350" b="1" spc="-20" dirty="0">
                <a:latin typeface="Tahoma"/>
                <a:cs typeface="Tahoma"/>
              </a:rPr>
              <a:t> </a:t>
            </a:r>
            <a:r>
              <a:rPr sz="1350" b="1" dirty="0">
                <a:latin typeface="Tahoma"/>
                <a:cs typeface="Tahoma"/>
              </a:rPr>
              <a:t>&amp;</a:t>
            </a:r>
            <a:r>
              <a:rPr sz="1350" b="1" spc="-105" dirty="0">
                <a:latin typeface="Tahoma"/>
                <a:cs typeface="Tahoma"/>
              </a:rPr>
              <a:t> </a:t>
            </a:r>
            <a:r>
              <a:rPr sz="1350" b="1" dirty="0">
                <a:latin typeface="Tahoma"/>
                <a:cs typeface="Tahoma"/>
              </a:rPr>
              <a:t>PG</a:t>
            </a:r>
            <a:r>
              <a:rPr sz="1350" b="1" spc="-15" dirty="0">
                <a:latin typeface="Tahoma"/>
                <a:cs typeface="Tahoma"/>
              </a:rPr>
              <a:t> </a:t>
            </a:r>
            <a:r>
              <a:rPr sz="1350" b="1" dirty="0">
                <a:latin typeface="Tahoma"/>
                <a:cs typeface="Tahoma"/>
              </a:rPr>
              <a:t>END</a:t>
            </a:r>
            <a:r>
              <a:rPr sz="1350" b="1" spc="10" dirty="0">
                <a:latin typeface="Tahoma"/>
                <a:cs typeface="Tahoma"/>
              </a:rPr>
              <a:t> </a:t>
            </a:r>
            <a:r>
              <a:rPr sz="1350" b="1" dirty="0">
                <a:latin typeface="Tahoma"/>
                <a:cs typeface="Tahoma"/>
              </a:rPr>
              <a:t>SEMESTER</a:t>
            </a:r>
            <a:r>
              <a:rPr sz="1350" b="1" spc="55" dirty="0">
                <a:latin typeface="Tahoma"/>
                <a:cs typeface="Tahoma"/>
              </a:rPr>
              <a:t> </a:t>
            </a:r>
            <a:r>
              <a:rPr sz="1350" b="1" spc="-65" dirty="0">
                <a:latin typeface="Tahoma"/>
                <a:cs typeface="Tahoma"/>
              </a:rPr>
              <a:t>EXAMINATIONS</a:t>
            </a:r>
            <a:r>
              <a:rPr sz="1350" b="1" spc="-120" dirty="0">
                <a:latin typeface="Tahoma"/>
                <a:cs typeface="Tahoma"/>
              </a:rPr>
              <a:t> </a:t>
            </a:r>
            <a:r>
              <a:rPr sz="1350" b="1" spc="-10" dirty="0">
                <a:latin typeface="Tahoma"/>
                <a:cs typeface="Tahoma"/>
              </a:rPr>
              <a:t>–</a:t>
            </a:r>
            <a:r>
              <a:rPr sz="1350" b="1" spc="-150" dirty="0">
                <a:latin typeface="Tahoma"/>
                <a:cs typeface="Tahoma"/>
              </a:rPr>
              <a:t> </a:t>
            </a:r>
            <a:r>
              <a:rPr sz="1350" b="1" spc="-25" dirty="0">
                <a:latin typeface="Tahoma"/>
                <a:cs typeface="Tahoma"/>
              </a:rPr>
              <a:t>Dec-</a:t>
            </a:r>
            <a:r>
              <a:rPr sz="1350" b="1" spc="-20" dirty="0">
                <a:latin typeface="Tahoma"/>
                <a:cs typeface="Tahoma"/>
              </a:rPr>
              <a:t>202</a:t>
            </a:r>
            <a:r>
              <a:rPr lang="en-US" sz="1350" b="1" spc="-20" dirty="0">
                <a:latin typeface="Tahoma"/>
                <a:cs typeface="Tahoma"/>
              </a:rPr>
              <a:t>3</a:t>
            </a:r>
            <a:endParaRPr sz="1350" dirty="0">
              <a:latin typeface="Tahoma"/>
              <a:cs typeface="Tahom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22884" y="10380654"/>
            <a:ext cx="954405" cy="137160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800" spc="-10" dirty="0">
                <a:latin typeface="Times New Roman"/>
                <a:cs typeface="Times New Roman"/>
                <a:hlinkClick r:id="rId3"/>
              </a:rPr>
              <a:t>https://ksrceresults.com</a:t>
            </a:r>
            <a:endParaRPr sz="8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pc="-25" dirty="0"/>
              <a:t>1/1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923950" y="5586729"/>
            <a:ext cx="5739130" cy="9398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R="7620" algn="ctr">
              <a:lnSpc>
                <a:spcPct val="100000"/>
              </a:lnSpc>
              <a:spcBef>
                <a:spcPts val="105"/>
              </a:spcBef>
            </a:pPr>
            <a:r>
              <a:rPr sz="1050" b="1" dirty="0">
                <a:latin typeface="Times New Roman"/>
                <a:cs typeface="Times New Roman"/>
              </a:rPr>
              <a:t>Revaluation</a:t>
            </a:r>
            <a:r>
              <a:rPr sz="1050" b="1" spc="-45" dirty="0">
                <a:latin typeface="Times New Roman"/>
                <a:cs typeface="Times New Roman"/>
              </a:rPr>
              <a:t> </a:t>
            </a:r>
            <a:r>
              <a:rPr sz="1050" b="1" spc="-10" dirty="0">
                <a:latin typeface="Times New Roman"/>
                <a:cs typeface="Times New Roman"/>
              </a:rPr>
              <a:t>Schedule</a:t>
            </a:r>
            <a:endParaRPr sz="1050">
              <a:latin typeface="Times New Roman"/>
              <a:cs typeface="Times New Roman"/>
            </a:endParaRPr>
          </a:p>
          <a:p>
            <a:pPr marR="6350" algn="ctr">
              <a:lnSpc>
                <a:spcPct val="100000"/>
              </a:lnSpc>
              <a:spcBef>
                <a:spcPts val="994"/>
              </a:spcBef>
            </a:pPr>
            <a:r>
              <a:rPr sz="1050" b="1" dirty="0">
                <a:latin typeface="Times New Roman"/>
                <a:cs typeface="Times New Roman"/>
              </a:rPr>
              <a:t>Last</a:t>
            </a:r>
            <a:r>
              <a:rPr sz="1050" b="1" spc="-55" dirty="0">
                <a:latin typeface="Times New Roman"/>
                <a:cs typeface="Times New Roman"/>
              </a:rPr>
              <a:t> </a:t>
            </a:r>
            <a:r>
              <a:rPr sz="1050" b="1" dirty="0">
                <a:latin typeface="Times New Roman"/>
                <a:cs typeface="Times New Roman"/>
              </a:rPr>
              <a:t>date</a:t>
            </a:r>
            <a:r>
              <a:rPr sz="1050" b="1" spc="-30" dirty="0">
                <a:latin typeface="Times New Roman"/>
                <a:cs typeface="Times New Roman"/>
              </a:rPr>
              <a:t> </a:t>
            </a:r>
            <a:r>
              <a:rPr sz="1050" b="1" spc="-10" dirty="0">
                <a:latin typeface="Times New Roman"/>
                <a:cs typeface="Times New Roman"/>
              </a:rPr>
              <a:t>for</a:t>
            </a:r>
            <a:r>
              <a:rPr sz="1050" b="1" spc="-60" dirty="0">
                <a:latin typeface="Times New Roman"/>
                <a:cs typeface="Times New Roman"/>
              </a:rPr>
              <a:t> </a:t>
            </a:r>
            <a:r>
              <a:rPr sz="1050" b="1" dirty="0">
                <a:latin typeface="Times New Roman"/>
                <a:cs typeface="Times New Roman"/>
              </a:rPr>
              <a:t>Applying &amp;</a:t>
            </a:r>
            <a:r>
              <a:rPr sz="1050" b="1" spc="-35" dirty="0">
                <a:latin typeface="Times New Roman"/>
                <a:cs typeface="Times New Roman"/>
              </a:rPr>
              <a:t> </a:t>
            </a:r>
            <a:r>
              <a:rPr sz="1050" b="1" dirty="0">
                <a:latin typeface="Times New Roman"/>
                <a:cs typeface="Times New Roman"/>
              </a:rPr>
              <a:t>Remitting</a:t>
            </a:r>
            <a:r>
              <a:rPr sz="1050" b="1" spc="-15" dirty="0">
                <a:latin typeface="Times New Roman"/>
                <a:cs typeface="Times New Roman"/>
              </a:rPr>
              <a:t> </a:t>
            </a:r>
            <a:r>
              <a:rPr sz="1050" b="1" dirty="0">
                <a:latin typeface="Times New Roman"/>
                <a:cs typeface="Times New Roman"/>
              </a:rPr>
              <a:t>fees</a:t>
            </a:r>
            <a:r>
              <a:rPr sz="1050" b="1" spc="-40" dirty="0">
                <a:latin typeface="Times New Roman"/>
                <a:cs typeface="Times New Roman"/>
              </a:rPr>
              <a:t> </a:t>
            </a:r>
            <a:r>
              <a:rPr sz="1050" b="1" dirty="0">
                <a:latin typeface="Times New Roman"/>
                <a:cs typeface="Times New Roman"/>
              </a:rPr>
              <a:t>for</a:t>
            </a:r>
            <a:r>
              <a:rPr sz="1050" b="1" spc="-35" dirty="0">
                <a:latin typeface="Times New Roman"/>
                <a:cs typeface="Times New Roman"/>
              </a:rPr>
              <a:t> </a:t>
            </a:r>
            <a:r>
              <a:rPr sz="1050" b="1" dirty="0">
                <a:latin typeface="Times New Roman"/>
                <a:cs typeface="Times New Roman"/>
              </a:rPr>
              <a:t>Photocopy</a:t>
            </a:r>
            <a:r>
              <a:rPr sz="1050" b="1" spc="-15" dirty="0">
                <a:latin typeface="Times New Roman"/>
                <a:cs typeface="Times New Roman"/>
              </a:rPr>
              <a:t> </a:t>
            </a:r>
            <a:r>
              <a:rPr sz="1050" b="1" dirty="0">
                <a:latin typeface="Times New Roman"/>
                <a:cs typeface="Times New Roman"/>
              </a:rPr>
              <a:t>is</a:t>
            </a:r>
            <a:r>
              <a:rPr sz="1050" b="1" spc="-25" dirty="0">
                <a:latin typeface="Times New Roman"/>
                <a:cs typeface="Times New Roman"/>
              </a:rPr>
              <a:t> </a:t>
            </a:r>
            <a:r>
              <a:rPr sz="1050" b="1" spc="-30" dirty="0">
                <a:latin typeface="Times New Roman"/>
                <a:cs typeface="Times New Roman"/>
              </a:rPr>
              <a:t>:11-</a:t>
            </a:r>
            <a:r>
              <a:rPr sz="1050" b="1" dirty="0">
                <a:latin typeface="Times New Roman"/>
                <a:cs typeface="Times New Roman"/>
              </a:rPr>
              <a:t>09-</a:t>
            </a:r>
            <a:r>
              <a:rPr sz="1050" b="1" spc="-20" dirty="0">
                <a:latin typeface="Times New Roman"/>
                <a:cs typeface="Times New Roman"/>
              </a:rPr>
              <a:t>2023</a:t>
            </a:r>
            <a:endParaRPr sz="105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925"/>
              </a:spcBef>
            </a:pPr>
            <a:r>
              <a:rPr sz="1050" b="1" dirty="0">
                <a:latin typeface="Times New Roman"/>
                <a:cs typeface="Times New Roman"/>
              </a:rPr>
              <a:t>"Utmost</a:t>
            </a:r>
            <a:r>
              <a:rPr sz="1050" b="1" spc="-30" dirty="0">
                <a:latin typeface="Times New Roman"/>
                <a:cs typeface="Times New Roman"/>
              </a:rPr>
              <a:t> </a:t>
            </a:r>
            <a:r>
              <a:rPr sz="1050" b="1" dirty="0">
                <a:latin typeface="Times New Roman"/>
                <a:cs typeface="Times New Roman"/>
              </a:rPr>
              <a:t>care</a:t>
            </a:r>
            <a:r>
              <a:rPr sz="1050" b="1" spc="-65" dirty="0">
                <a:latin typeface="Times New Roman"/>
                <a:cs typeface="Times New Roman"/>
              </a:rPr>
              <a:t> </a:t>
            </a:r>
            <a:r>
              <a:rPr sz="1050" b="1" dirty="0">
                <a:latin typeface="Times New Roman"/>
                <a:cs typeface="Times New Roman"/>
              </a:rPr>
              <a:t>has</a:t>
            </a:r>
            <a:r>
              <a:rPr sz="1050" b="1" spc="10" dirty="0">
                <a:latin typeface="Times New Roman"/>
                <a:cs typeface="Times New Roman"/>
              </a:rPr>
              <a:t> </a:t>
            </a:r>
            <a:r>
              <a:rPr sz="1050" b="1" dirty="0">
                <a:latin typeface="Times New Roman"/>
                <a:cs typeface="Times New Roman"/>
              </a:rPr>
              <a:t>been</a:t>
            </a:r>
            <a:r>
              <a:rPr sz="1050" b="1" spc="-65" dirty="0">
                <a:latin typeface="Times New Roman"/>
                <a:cs typeface="Times New Roman"/>
              </a:rPr>
              <a:t> </a:t>
            </a:r>
            <a:r>
              <a:rPr sz="1050" b="1" dirty="0">
                <a:latin typeface="Times New Roman"/>
                <a:cs typeface="Times New Roman"/>
              </a:rPr>
              <a:t>taken</a:t>
            </a:r>
            <a:r>
              <a:rPr sz="1050" b="1" spc="-40" dirty="0">
                <a:latin typeface="Times New Roman"/>
                <a:cs typeface="Times New Roman"/>
              </a:rPr>
              <a:t> </a:t>
            </a:r>
            <a:r>
              <a:rPr sz="1050" b="1" dirty="0">
                <a:latin typeface="Times New Roman"/>
                <a:cs typeface="Times New Roman"/>
              </a:rPr>
              <a:t>in</a:t>
            </a:r>
            <a:r>
              <a:rPr sz="1050" b="1" spc="-20" dirty="0">
                <a:latin typeface="Times New Roman"/>
                <a:cs typeface="Times New Roman"/>
              </a:rPr>
              <a:t> </a:t>
            </a:r>
            <a:r>
              <a:rPr sz="1050" b="1" spc="-10" dirty="0">
                <a:latin typeface="Times New Roman"/>
                <a:cs typeface="Times New Roman"/>
              </a:rPr>
              <a:t>publishing</a:t>
            </a:r>
            <a:r>
              <a:rPr sz="1050" b="1" spc="110" dirty="0">
                <a:latin typeface="Times New Roman"/>
                <a:cs typeface="Times New Roman"/>
              </a:rPr>
              <a:t> </a:t>
            </a:r>
            <a:r>
              <a:rPr sz="1050" b="1" dirty="0">
                <a:latin typeface="Times New Roman"/>
                <a:cs typeface="Times New Roman"/>
              </a:rPr>
              <a:t>the</a:t>
            </a:r>
            <a:r>
              <a:rPr sz="1050" b="1" spc="-25" dirty="0">
                <a:latin typeface="Times New Roman"/>
                <a:cs typeface="Times New Roman"/>
              </a:rPr>
              <a:t> </a:t>
            </a:r>
            <a:r>
              <a:rPr sz="1050" b="1" dirty="0">
                <a:latin typeface="Times New Roman"/>
                <a:cs typeface="Times New Roman"/>
              </a:rPr>
              <a:t>result</a:t>
            </a:r>
            <a:r>
              <a:rPr sz="1050" b="1" spc="-20" dirty="0">
                <a:latin typeface="Times New Roman"/>
                <a:cs typeface="Times New Roman"/>
              </a:rPr>
              <a:t> </a:t>
            </a:r>
            <a:r>
              <a:rPr sz="1050" b="1" dirty="0">
                <a:latin typeface="Times New Roman"/>
                <a:cs typeface="Times New Roman"/>
              </a:rPr>
              <a:t>on</a:t>
            </a:r>
            <a:r>
              <a:rPr sz="1050" b="1" spc="-20" dirty="0">
                <a:latin typeface="Times New Roman"/>
                <a:cs typeface="Times New Roman"/>
              </a:rPr>
              <a:t> </a:t>
            </a:r>
            <a:r>
              <a:rPr sz="1050" b="1" spc="-10" dirty="0">
                <a:latin typeface="Times New Roman"/>
                <a:cs typeface="Times New Roman"/>
              </a:rPr>
              <a:t>website.</a:t>
            </a:r>
            <a:r>
              <a:rPr sz="1050" b="1" spc="-30" dirty="0">
                <a:latin typeface="Times New Roman"/>
                <a:cs typeface="Times New Roman"/>
              </a:rPr>
              <a:t> </a:t>
            </a:r>
            <a:r>
              <a:rPr sz="1050" b="1" dirty="0">
                <a:latin typeface="Times New Roman"/>
                <a:cs typeface="Times New Roman"/>
              </a:rPr>
              <a:t>In</a:t>
            </a:r>
            <a:r>
              <a:rPr sz="1050" b="1" spc="-20" dirty="0">
                <a:latin typeface="Times New Roman"/>
                <a:cs typeface="Times New Roman"/>
              </a:rPr>
              <a:t> </a:t>
            </a:r>
            <a:r>
              <a:rPr sz="1050" b="1" dirty="0">
                <a:latin typeface="Times New Roman"/>
                <a:cs typeface="Times New Roman"/>
              </a:rPr>
              <a:t>case</a:t>
            </a:r>
            <a:r>
              <a:rPr sz="1050" b="1" spc="-45" dirty="0">
                <a:latin typeface="Times New Roman"/>
                <a:cs typeface="Times New Roman"/>
              </a:rPr>
              <a:t> </a:t>
            </a:r>
            <a:r>
              <a:rPr sz="1050" b="1" dirty="0">
                <a:latin typeface="Times New Roman"/>
                <a:cs typeface="Times New Roman"/>
              </a:rPr>
              <a:t>of</a:t>
            </a:r>
            <a:r>
              <a:rPr sz="1050" b="1" spc="-20" dirty="0">
                <a:latin typeface="Times New Roman"/>
                <a:cs typeface="Times New Roman"/>
              </a:rPr>
              <a:t> </a:t>
            </a:r>
            <a:r>
              <a:rPr sz="1050" b="1" dirty="0">
                <a:latin typeface="Times New Roman"/>
                <a:cs typeface="Times New Roman"/>
              </a:rPr>
              <a:t>any</a:t>
            </a:r>
            <a:r>
              <a:rPr sz="1050" b="1" spc="-10" dirty="0">
                <a:latin typeface="Times New Roman"/>
                <a:cs typeface="Times New Roman"/>
              </a:rPr>
              <a:t> </a:t>
            </a:r>
            <a:r>
              <a:rPr sz="1050" b="1" dirty="0">
                <a:latin typeface="Times New Roman"/>
                <a:cs typeface="Times New Roman"/>
              </a:rPr>
              <a:t>error</a:t>
            </a:r>
            <a:r>
              <a:rPr sz="1050" b="1" spc="-110" dirty="0">
                <a:latin typeface="Times New Roman"/>
                <a:cs typeface="Times New Roman"/>
              </a:rPr>
              <a:t> </a:t>
            </a:r>
            <a:r>
              <a:rPr sz="1050" b="1" dirty="0">
                <a:latin typeface="Times New Roman"/>
                <a:cs typeface="Times New Roman"/>
              </a:rPr>
              <a:t>the</a:t>
            </a:r>
            <a:r>
              <a:rPr sz="1050" b="1" spc="5" dirty="0">
                <a:latin typeface="Times New Roman"/>
                <a:cs typeface="Times New Roman"/>
              </a:rPr>
              <a:t> </a:t>
            </a:r>
            <a:r>
              <a:rPr sz="1050" b="1" spc="-10" dirty="0">
                <a:latin typeface="Times New Roman"/>
                <a:cs typeface="Times New Roman"/>
              </a:rPr>
              <a:t>controller</a:t>
            </a:r>
            <a:r>
              <a:rPr sz="1050" b="1" spc="-80" dirty="0">
                <a:latin typeface="Times New Roman"/>
                <a:cs typeface="Times New Roman"/>
              </a:rPr>
              <a:t> </a:t>
            </a:r>
            <a:r>
              <a:rPr sz="1050" b="1" spc="-25" dirty="0">
                <a:latin typeface="Times New Roman"/>
                <a:cs typeface="Times New Roman"/>
              </a:rPr>
              <a:t>of</a:t>
            </a:r>
            <a:endParaRPr sz="105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229"/>
              </a:spcBef>
            </a:pPr>
            <a:r>
              <a:rPr sz="1050" b="1" spc="-10" dirty="0">
                <a:latin typeface="Times New Roman"/>
                <a:cs typeface="Times New Roman"/>
              </a:rPr>
              <a:t>examination's</a:t>
            </a:r>
            <a:r>
              <a:rPr sz="1050" b="1" spc="65" dirty="0">
                <a:latin typeface="Times New Roman"/>
                <a:cs typeface="Times New Roman"/>
              </a:rPr>
              <a:t> </a:t>
            </a:r>
            <a:r>
              <a:rPr sz="1050" b="1" dirty="0">
                <a:latin typeface="Times New Roman"/>
                <a:cs typeface="Times New Roman"/>
              </a:rPr>
              <a:t>decision</a:t>
            </a:r>
            <a:r>
              <a:rPr sz="1050" b="1" spc="-35" dirty="0">
                <a:latin typeface="Times New Roman"/>
                <a:cs typeface="Times New Roman"/>
              </a:rPr>
              <a:t> </a:t>
            </a:r>
            <a:r>
              <a:rPr sz="1050" b="1" dirty="0">
                <a:latin typeface="Times New Roman"/>
                <a:cs typeface="Times New Roman"/>
              </a:rPr>
              <a:t>is</a:t>
            </a:r>
            <a:r>
              <a:rPr sz="1050" b="1" spc="5" dirty="0">
                <a:latin typeface="Times New Roman"/>
                <a:cs typeface="Times New Roman"/>
              </a:rPr>
              <a:t> </a:t>
            </a:r>
            <a:r>
              <a:rPr sz="1050" b="1" spc="-10" dirty="0">
                <a:latin typeface="Times New Roman"/>
                <a:cs typeface="Times New Roman"/>
              </a:rPr>
              <a:t>final."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28294" y="1842261"/>
            <a:ext cx="999490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b="1" dirty="0">
                <a:latin typeface="Times New Roman"/>
                <a:cs typeface="Times New Roman"/>
              </a:rPr>
              <a:t>Register</a:t>
            </a:r>
            <a:r>
              <a:rPr sz="1050" b="1" spc="-50" dirty="0">
                <a:latin typeface="Times New Roman"/>
                <a:cs typeface="Times New Roman"/>
              </a:rPr>
              <a:t> </a:t>
            </a:r>
            <a:r>
              <a:rPr sz="1050" b="1" spc="-10" dirty="0">
                <a:latin typeface="Times New Roman"/>
                <a:cs typeface="Times New Roman"/>
              </a:rPr>
              <a:t>Number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272029" y="1842261"/>
            <a:ext cx="833119" cy="17504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b="1" dirty="0">
                <a:latin typeface="Times New Roman"/>
                <a:cs typeface="Times New Roman"/>
              </a:rPr>
              <a:t>:</a:t>
            </a:r>
            <a:r>
              <a:rPr sz="1050" b="1" spc="-15" dirty="0">
                <a:latin typeface="Times New Roman"/>
                <a:cs typeface="Times New Roman"/>
              </a:rPr>
              <a:t> </a:t>
            </a:r>
            <a:r>
              <a:rPr lang="en-US" sz="1050" b="1" spc="-10" dirty="0">
                <a:latin typeface="Times New Roman"/>
                <a:cs typeface="Times New Roman"/>
              </a:rPr>
              <a:t>73152313003</a:t>
            </a:r>
            <a:endParaRPr sz="1050" dirty="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28294" y="2222957"/>
            <a:ext cx="1332230" cy="1873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b="1" dirty="0">
                <a:latin typeface="Times New Roman"/>
                <a:cs typeface="Times New Roman"/>
              </a:rPr>
              <a:t>Name</a:t>
            </a:r>
            <a:r>
              <a:rPr sz="1050" b="1" spc="-55" dirty="0">
                <a:latin typeface="Times New Roman"/>
                <a:cs typeface="Times New Roman"/>
              </a:rPr>
              <a:t> </a:t>
            </a:r>
            <a:r>
              <a:rPr sz="1050" b="1" dirty="0">
                <a:latin typeface="Times New Roman"/>
                <a:cs typeface="Times New Roman"/>
              </a:rPr>
              <a:t>of</a:t>
            </a:r>
            <a:r>
              <a:rPr sz="1050" b="1" spc="-30" dirty="0">
                <a:latin typeface="Times New Roman"/>
                <a:cs typeface="Times New Roman"/>
              </a:rPr>
              <a:t> </a:t>
            </a:r>
            <a:r>
              <a:rPr sz="1050" b="1" dirty="0">
                <a:latin typeface="Times New Roman"/>
                <a:cs typeface="Times New Roman"/>
              </a:rPr>
              <a:t>the</a:t>
            </a:r>
            <a:r>
              <a:rPr sz="1050" b="1" spc="-10" dirty="0">
                <a:latin typeface="Times New Roman"/>
                <a:cs typeface="Times New Roman"/>
              </a:rPr>
              <a:t> Candidate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272029" y="2222957"/>
            <a:ext cx="876935" cy="17504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b="1" dirty="0">
                <a:latin typeface="Times New Roman"/>
                <a:cs typeface="Times New Roman"/>
              </a:rPr>
              <a:t>:</a:t>
            </a:r>
            <a:r>
              <a:rPr sz="1050" b="1" spc="-20" dirty="0">
                <a:latin typeface="Times New Roman"/>
                <a:cs typeface="Times New Roman"/>
              </a:rPr>
              <a:t> </a:t>
            </a:r>
            <a:r>
              <a:rPr lang="en-US" sz="1050" b="1" spc="-45" dirty="0">
                <a:latin typeface="Times New Roman"/>
                <a:cs typeface="Times New Roman"/>
              </a:rPr>
              <a:t>EDWIN R</a:t>
            </a:r>
            <a:endParaRPr lang="en-US" sz="1050" b="1" spc="-50" dirty="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28294" y="2604642"/>
            <a:ext cx="704215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b="1" spc="-10" dirty="0">
                <a:latin typeface="Times New Roman"/>
                <a:cs typeface="Times New Roman"/>
              </a:rPr>
              <a:t>Programme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272029" y="2604642"/>
            <a:ext cx="2425700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b="1" dirty="0">
                <a:latin typeface="Times New Roman"/>
                <a:cs typeface="Times New Roman"/>
              </a:rPr>
              <a:t>:</a:t>
            </a:r>
            <a:r>
              <a:rPr sz="1050" b="1" spc="-5" dirty="0">
                <a:latin typeface="Times New Roman"/>
                <a:cs typeface="Times New Roman"/>
              </a:rPr>
              <a:t> </a:t>
            </a:r>
            <a:r>
              <a:rPr sz="1050" b="1" dirty="0">
                <a:latin typeface="Times New Roman"/>
                <a:cs typeface="Times New Roman"/>
              </a:rPr>
              <a:t>B.E</a:t>
            </a:r>
            <a:r>
              <a:rPr sz="1050" b="1" spc="-35" dirty="0">
                <a:latin typeface="Times New Roman"/>
                <a:cs typeface="Times New Roman"/>
              </a:rPr>
              <a:t> </a:t>
            </a:r>
            <a:r>
              <a:rPr sz="1050" b="1" dirty="0">
                <a:latin typeface="Times New Roman"/>
                <a:cs typeface="Times New Roman"/>
              </a:rPr>
              <a:t>-</a:t>
            </a:r>
            <a:r>
              <a:rPr sz="1050" b="1" spc="-20" dirty="0">
                <a:latin typeface="Times New Roman"/>
                <a:cs typeface="Times New Roman"/>
              </a:rPr>
              <a:t> </a:t>
            </a:r>
            <a:r>
              <a:rPr sz="1050" b="1" spc="-10" dirty="0">
                <a:latin typeface="Times New Roman"/>
                <a:cs typeface="Times New Roman"/>
              </a:rPr>
              <a:t>Computer</a:t>
            </a:r>
            <a:r>
              <a:rPr sz="1050" b="1" spc="-80" dirty="0">
                <a:latin typeface="Times New Roman"/>
                <a:cs typeface="Times New Roman"/>
              </a:rPr>
              <a:t> </a:t>
            </a:r>
            <a:r>
              <a:rPr sz="1050" b="1" dirty="0">
                <a:latin typeface="Times New Roman"/>
                <a:cs typeface="Times New Roman"/>
              </a:rPr>
              <a:t>Science</a:t>
            </a:r>
            <a:r>
              <a:rPr sz="1050" b="1" spc="-20" dirty="0">
                <a:latin typeface="Times New Roman"/>
                <a:cs typeface="Times New Roman"/>
              </a:rPr>
              <a:t> </a:t>
            </a:r>
            <a:r>
              <a:rPr sz="1050" b="1" dirty="0">
                <a:latin typeface="Times New Roman"/>
                <a:cs typeface="Times New Roman"/>
              </a:rPr>
              <a:t>and</a:t>
            </a:r>
            <a:r>
              <a:rPr sz="1050" b="1" spc="35" dirty="0">
                <a:latin typeface="Times New Roman"/>
                <a:cs typeface="Times New Roman"/>
              </a:rPr>
              <a:t> </a:t>
            </a:r>
            <a:r>
              <a:rPr sz="1050" b="1" spc="-10" dirty="0">
                <a:latin typeface="Times New Roman"/>
                <a:cs typeface="Times New Roman"/>
              </a:rPr>
              <a:t>Engineering</a:t>
            </a:r>
            <a:endParaRPr sz="1050">
              <a:latin typeface="Times New Roman"/>
              <a:cs typeface="Times New Roman"/>
            </a:endParaRPr>
          </a:p>
        </p:txBody>
      </p: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0ED22BB4-1C6B-662C-3DAD-0F43F0F6F63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3237106"/>
              </p:ext>
            </p:extLst>
          </p:nvPr>
        </p:nvGraphicFramePr>
        <p:xfrm>
          <a:off x="628294" y="3132684"/>
          <a:ext cx="6273800" cy="796290"/>
        </p:xfrm>
        <a:graphic>
          <a:graphicData uri="http://schemas.openxmlformats.org/drawingml/2006/table">
            <a:tbl>
              <a:tblPr firstRow="1" bandRow="1"/>
              <a:tblGrid>
                <a:gridCol w="328869">
                  <a:extLst>
                    <a:ext uri="{9D8B030D-6E8A-4147-A177-3AD203B41FA5}">
                      <a16:colId xmlns:a16="http://schemas.microsoft.com/office/drawing/2014/main" val="1257639125"/>
                    </a:ext>
                  </a:extLst>
                </a:gridCol>
                <a:gridCol w="758927">
                  <a:extLst>
                    <a:ext uri="{9D8B030D-6E8A-4147-A177-3AD203B41FA5}">
                      <a16:colId xmlns:a16="http://schemas.microsoft.com/office/drawing/2014/main" val="2875041407"/>
                    </a:ext>
                  </a:extLst>
                </a:gridCol>
                <a:gridCol w="1011903">
                  <a:extLst>
                    <a:ext uri="{9D8B030D-6E8A-4147-A177-3AD203B41FA5}">
                      <a16:colId xmlns:a16="http://schemas.microsoft.com/office/drawing/2014/main" val="3082574088"/>
                    </a:ext>
                  </a:extLst>
                </a:gridCol>
                <a:gridCol w="2365324">
                  <a:extLst>
                    <a:ext uri="{9D8B030D-6E8A-4147-A177-3AD203B41FA5}">
                      <a16:colId xmlns:a16="http://schemas.microsoft.com/office/drawing/2014/main" val="3680142771"/>
                    </a:ext>
                  </a:extLst>
                </a:gridCol>
                <a:gridCol w="1264879">
                  <a:extLst>
                    <a:ext uri="{9D8B030D-6E8A-4147-A177-3AD203B41FA5}">
                      <a16:colId xmlns:a16="http://schemas.microsoft.com/office/drawing/2014/main" val="3711803047"/>
                    </a:ext>
                  </a:extLst>
                </a:gridCol>
                <a:gridCol w="543898">
                  <a:extLst>
                    <a:ext uri="{9D8B030D-6E8A-4147-A177-3AD203B41FA5}">
                      <a16:colId xmlns:a16="http://schemas.microsoft.com/office/drawing/2014/main" val="345680300"/>
                    </a:ext>
                  </a:extLst>
                </a:gridCol>
              </a:tblGrid>
              <a:tr h="198755">
                <a:tc>
                  <a:txBody>
                    <a:bodyPr/>
                    <a:lstStyle/>
                    <a:p>
                      <a:pPr marL="9144" algn="ctr" fontAlgn="t">
                        <a:buNone/>
                      </a:pPr>
                      <a:r>
                        <a:rPr lang="en-IN" sz="1050" b="1" i="0" u="none" strike="noStrike" spc="-2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S.NO</a:t>
                      </a:r>
                      <a:endParaRPr lang="en-IN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fontAlgn="t">
                        <a:buNone/>
                      </a:pPr>
                      <a:r>
                        <a:rPr lang="en-IN" sz="1050" b="1" i="0" u="none" strike="noStrike" spc="-1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SEMESTER</a:t>
                      </a:r>
                      <a:endParaRPr lang="en-IN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144" algn="ctr" fontAlgn="t">
                        <a:buNone/>
                      </a:pPr>
                      <a:r>
                        <a:rPr lang="en-IN" sz="1050" b="1" i="0" u="none" strike="noStrike" spc="-1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COURSE</a:t>
                      </a:r>
                      <a:r>
                        <a:rPr lang="en-IN" sz="1050" b="1" i="0" u="none" strike="noStrike" spc="-15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N" sz="1050" b="1" i="0" u="none" strike="noStrike" spc="-2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CODE</a:t>
                      </a:r>
                      <a:endParaRPr lang="en-IN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685800" algn="l" fontAlgn="t">
                        <a:buNone/>
                      </a:pPr>
                      <a:r>
                        <a:rPr lang="en-IN" sz="1050" b="1" i="0" u="none" strike="noStrike" spc="-1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COURSE</a:t>
                      </a:r>
                      <a:r>
                        <a:rPr lang="en-IN" sz="1050" b="1" i="0" u="none" strike="noStrike" spc="-15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N" sz="1050" b="1" i="0" u="none" strike="noStrike" spc="-2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NAME</a:t>
                      </a:r>
                      <a:endParaRPr lang="en-IN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fontAlgn="t">
                        <a:buNone/>
                      </a:pPr>
                      <a:r>
                        <a:rPr lang="en-IN" sz="105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GRADE</a:t>
                      </a:r>
                      <a:r>
                        <a:rPr lang="en-IN" sz="1050" b="1" i="0" u="none" strike="noStrike" spc="-55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N" sz="1050" b="1" i="0" u="none" strike="noStrike" spc="-1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OBTAINED</a:t>
                      </a:r>
                      <a:endParaRPr lang="en-IN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fontAlgn="t">
                        <a:buNone/>
                      </a:pPr>
                      <a:r>
                        <a:rPr lang="en-IN" sz="1050" b="1" i="0" u="none" strike="noStrike" spc="-1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RESULT</a:t>
                      </a:r>
                      <a:endParaRPr lang="en-IN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9164039"/>
                  </a:ext>
                </a:extLst>
              </a:tr>
              <a:tr h="199390">
                <a:tc>
                  <a:txBody>
                    <a:bodyPr/>
                    <a:lstStyle/>
                    <a:p>
                      <a:pPr marL="9144" algn="ctr" fontAlgn="t">
                        <a:buNone/>
                      </a:pPr>
                      <a:r>
                        <a:rPr lang="en-IN" sz="1050" b="1" i="0" u="none" strike="noStrike" spc="-5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IN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144" algn="ctr" fontAlgn="t">
                        <a:buNone/>
                      </a:pPr>
                      <a:r>
                        <a:rPr lang="en-IN" sz="1050" b="1" i="0" u="none" strike="noStrike" spc="-5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IN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fontAlgn="t">
                        <a:buNone/>
                      </a:pPr>
                      <a:r>
                        <a:rPr lang="en-IN" sz="1050" b="1" i="0" u="none" strike="noStrike" spc="-1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20EN151</a:t>
                      </a:r>
                      <a:endParaRPr lang="en-IN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144" algn="l" fontAlgn="t">
                        <a:buNone/>
                      </a:pPr>
                      <a:r>
                        <a:rPr lang="en-IN" sz="105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Technical</a:t>
                      </a:r>
                      <a:r>
                        <a:rPr lang="en-IN" sz="1050" b="1" i="0" u="none" strike="noStrike" spc="3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N" sz="1050" b="1" i="0" u="none" strike="noStrike" spc="-2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English-</a:t>
                      </a:r>
                      <a:r>
                        <a:rPr lang="en-IN" sz="1050" b="1" i="0" u="none" strike="noStrike" spc="-5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IN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144" algn="ctr" fontAlgn="t">
                        <a:buNone/>
                      </a:pPr>
                      <a:r>
                        <a:rPr lang="en-IN" sz="1050" b="1" i="0" u="none" strike="noStrike" spc="-25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A+</a:t>
                      </a:r>
                      <a:endParaRPr lang="en-IN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288" algn="ctr" fontAlgn="t">
                        <a:buNone/>
                      </a:pPr>
                      <a:r>
                        <a:rPr lang="en-IN" sz="1050" b="1" i="0" u="none" strike="noStrike" spc="-5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</a:t>
                      </a:r>
                      <a:endParaRPr lang="en-IN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30717898"/>
                  </a:ext>
                </a:extLst>
              </a:tr>
              <a:tr h="198755">
                <a:tc>
                  <a:txBody>
                    <a:bodyPr/>
                    <a:lstStyle/>
                    <a:p>
                      <a:pPr marL="9144" algn="ctr" fontAlgn="t">
                        <a:buNone/>
                      </a:pPr>
                      <a:r>
                        <a:rPr lang="en-IN" sz="1050" b="1" i="0" u="none" strike="noStrike" spc="-5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IN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144" algn="ctr" fontAlgn="t">
                        <a:buNone/>
                      </a:pPr>
                      <a:r>
                        <a:rPr lang="en-IN" sz="1050" b="1" i="0" u="none" strike="noStrike" spc="-5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IN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fontAlgn="t">
                        <a:buNone/>
                      </a:pPr>
                      <a:r>
                        <a:rPr lang="en-IN" sz="1050" b="1" i="0" u="none" strike="noStrike" spc="-1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20MA151</a:t>
                      </a:r>
                      <a:endParaRPr lang="en-IN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144" algn="l" fontAlgn="t">
                        <a:buNone/>
                      </a:pPr>
                      <a:r>
                        <a:rPr lang="en-IN" sz="105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Engineering</a:t>
                      </a:r>
                      <a:r>
                        <a:rPr lang="en-IN" sz="1050" b="1" i="0" u="none" strike="noStrike" spc="5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N" sz="1050" b="1" i="0" u="none" strike="noStrike" spc="-1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mathematics-</a:t>
                      </a:r>
                      <a:r>
                        <a:rPr lang="en-IN" sz="1050" b="1" i="0" u="none" strike="noStrike" spc="-5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IN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fontAlgn="t">
                        <a:buNone/>
                      </a:pPr>
                      <a:r>
                        <a:rPr lang="en-IN" sz="1050" b="1" i="0" u="none" strike="noStrike" spc="-25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B+</a:t>
                      </a:r>
                      <a:endParaRPr lang="en-IN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288" algn="ctr" fontAlgn="t">
                        <a:buNone/>
                      </a:pPr>
                      <a:r>
                        <a:rPr lang="en-IN" sz="1050" b="1" i="0" u="none" strike="noStrike" spc="-5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</a:t>
                      </a:r>
                      <a:endParaRPr lang="en-IN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61678262"/>
                  </a:ext>
                </a:extLst>
              </a:tr>
              <a:tr h="199390">
                <a:tc>
                  <a:txBody>
                    <a:bodyPr/>
                    <a:lstStyle/>
                    <a:p>
                      <a:pPr marL="9144" algn="ctr" fontAlgn="t">
                        <a:buNone/>
                      </a:pPr>
                      <a:r>
                        <a:rPr lang="en-IN" sz="1050" b="1" i="0" u="none" strike="noStrike" spc="-5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IN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144" algn="ctr" fontAlgn="t">
                        <a:buNone/>
                      </a:pPr>
                      <a:r>
                        <a:rPr lang="en-IN" sz="1050" b="1" i="0" u="none" strike="noStrike" spc="-5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IN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fontAlgn="t">
                        <a:buNone/>
                      </a:pPr>
                      <a:r>
                        <a:rPr lang="en-IN" sz="1050" b="1" i="0" u="none" strike="noStrike" spc="-1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20CH051</a:t>
                      </a:r>
                      <a:endParaRPr lang="en-IN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144" algn="l" fontAlgn="t">
                        <a:buNone/>
                      </a:pPr>
                      <a:r>
                        <a:rPr lang="en-IN" sz="105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Engineering</a:t>
                      </a:r>
                      <a:r>
                        <a:rPr lang="en-IN" sz="1050" b="1" i="0" u="none" strike="noStrike" spc="-5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N" sz="1050" b="1" i="0" u="none" strike="noStrike" spc="-1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Chemistry</a:t>
                      </a:r>
                      <a:endParaRPr lang="en-IN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9144" algn="ctr" fontAlgn="t">
                        <a:buNone/>
                      </a:pPr>
                      <a:r>
                        <a:rPr lang="en-US" sz="1050" b="1" i="0" u="none" strike="noStrike" spc="-5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</a:t>
                      </a:r>
                      <a:endParaRPr lang="en-IN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8288" algn="ctr" fontAlgn="t">
                        <a:buNone/>
                      </a:pPr>
                      <a:r>
                        <a:rPr lang="en-IN" sz="1050" b="1" i="0" u="none" strike="noStrike" spc="-5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</a:t>
                      </a:r>
                      <a:endParaRPr lang="en-IN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5875956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</TotalTime>
  <Words>402</Words>
  <Application>Microsoft Office PowerPoint</Application>
  <PresentationFormat>Custom</PresentationFormat>
  <Paragraphs>122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Arial</vt:lpstr>
      <vt:lpstr>Calibri</vt:lpstr>
      <vt:lpstr>Tahoma</vt:lpstr>
      <vt:lpstr>Times New Roman</vt:lpstr>
      <vt:lpstr>Office Theme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admin</dc:creator>
  <cp:lastModifiedBy>Mohammed Ashik M</cp:lastModifiedBy>
  <cp:revision>2</cp:revision>
  <dcterms:created xsi:type="dcterms:W3CDTF">2026-06-16T16:46:55Z</dcterms:created>
  <dcterms:modified xsi:type="dcterms:W3CDTF">2026-06-16T17:39:00Z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2026-05-06T00:00:00Z</vt:filetime>
  </property>
  <property fmtid="{D5CDD505-2E9C-101B-9397-08002B2CF9AE}" pid="4" name="Creator">
    <vt:lpwstr>Microsoft® PowerPoint® 2016</vt:lpwstr>
  </property>
  <property fmtid="{D5CDD505-2E9C-101B-9397-08002B2CF9AE}" pid="5" name="LastSaved">
    <vt:filetime>2026-06-16T00:00:00Z</vt:filetime>
  </property>
  <property fmtid="{D5CDD505-2E9C-101B-9397-08002B2CF9AE}" pid="6" name="Producer">
    <vt:lpwstr>www.ilovepdf.com</vt:lpwstr>
  </property>
</Properties>
</file>