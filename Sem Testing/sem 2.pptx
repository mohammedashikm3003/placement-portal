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50" y="-19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6922"/>
            <a:ext cx="6423025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1860"/>
            <a:ext cx="528955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990"/>
            <a:ext cx="680085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0942"/>
            <a:ext cx="680085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81266" y="10376553"/>
            <a:ext cx="151765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579" y="156463"/>
            <a:ext cx="7594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Times New Roman"/>
                <a:cs typeface="Times New Roman"/>
              </a:rPr>
              <a:t>07/09/2023,</a:t>
            </a:r>
            <a:r>
              <a:rPr sz="800" spc="-2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9323" y="156463"/>
            <a:ext cx="68453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70" y="414134"/>
            <a:ext cx="969860" cy="11319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5835" y="519176"/>
            <a:ext cx="4470400" cy="113601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792480" marR="316230" indent="-502920">
              <a:lnSpc>
                <a:spcPts val="2000"/>
              </a:lnSpc>
              <a:spcBef>
                <a:spcPts val="300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COLLEGE</a:t>
            </a:r>
            <a:r>
              <a:rPr sz="1800" b="1" spc="10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60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5" dirty="0">
                <a:latin typeface="Tahoma"/>
                <a:cs typeface="Tahoma"/>
              </a:rPr>
              <a:t>TIRUCHENGODE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4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637</a:t>
            </a:r>
            <a:r>
              <a:rPr sz="1800" b="1" spc="-29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 dirty="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  <a:spcBef>
                <a:spcPts val="85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1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0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</a:t>
            </a:r>
            <a:r>
              <a:rPr sz="1350" b="1" spc="1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SEMESTER</a:t>
            </a:r>
            <a:r>
              <a:rPr sz="1350" b="1" spc="40" dirty="0">
                <a:latin typeface="Tahoma"/>
                <a:cs typeface="Tahoma"/>
              </a:rPr>
              <a:t> </a:t>
            </a:r>
            <a:r>
              <a:rPr sz="1350" b="1" spc="-55" dirty="0">
                <a:latin typeface="Tahoma"/>
                <a:cs typeface="Tahoma"/>
              </a:rPr>
              <a:t>EXAMINATIONS-</a:t>
            </a:r>
            <a:r>
              <a:rPr sz="1350" b="1" spc="-155" dirty="0">
                <a:latin typeface="Tahoma"/>
                <a:cs typeface="Tahoma"/>
              </a:rPr>
              <a:t> </a:t>
            </a:r>
            <a:r>
              <a:rPr lang="en-US" sz="1350" b="1" spc="-35" dirty="0">
                <a:latin typeface="Tahoma"/>
                <a:cs typeface="Tahoma"/>
              </a:rPr>
              <a:t>JUN </a:t>
            </a:r>
            <a:r>
              <a:rPr sz="1350" b="1" spc="-35" dirty="0">
                <a:latin typeface="Tahoma"/>
                <a:cs typeface="Tahoma"/>
              </a:rPr>
              <a:t>-</a:t>
            </a:r>
            <a:r>
              <a:rPr sz="1350" b="1" spc="-130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202</a:t>
            </a:r>
            <a:r>
              <a:rPr lang="en-US" sz="1350" b="1" spc="-20" dirty="0">
                <a:latin typeface="Tahoma"/>
                <a:cs typeface="Tahoma"/>
              </a:rPr>
              <a:t>4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579" y="10376553"/>
            <a:ext cx="958850" cy="1390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31825" y="2993961"/>
          <a:ext cx="6276975" cy="794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10795" algn="ctr">
                        <a:lnSpc>
                          <a:spcPts val="1235"/>
                        </a:lnSpc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SEMESTER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880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GRADE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OBTAINED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1143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20MA151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3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Environmental</a:t>
                      </a:r>
                      <a:r>
                        <a:rPr sz="10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0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Engineering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1143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20CH051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3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05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Chemistry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508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20PH051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3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Physics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51382" y="5583681"/>
            <a:ext cx="5683885" cy="933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Revaluation</a:t>
            </a:r>
            <a:r>
              <a:rPr sz="1050" b="1" spc="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8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&amp;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10" dirty="0">
                <a:latin typeface="Times New Roman"/>
                <a:cs typeface="Times New Roman"/>
              </a:rPr>
              <a:t> fees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spc="-40" dirty="0">
                <a:latin typeface="Times New Roman"/>
                <a:cs typeface="Times New Roman"/>
              </a:rPr>
              <a:t>:11-</a:t>
            </a:r>
            <a:r>
              <a:rPr sz="1050" b="1" spc="-10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marL="12700" marR="5080" algn="ctr">
              <a:lnSpc>
                <a:spcPct val="116199"/>
              </a:lnSpc>
              <a:spcBef>
                <a:spcPts val="695"/>
              </a:spcBef>
            </a:pPr>
            <a:r>
              <a:rPr sz="1050" b="1" spc="-10" dirty="0">
                <a:latin typeface="Times New Roman"/>
                <a:cs typeface="Times New Roman"/>
              </a:rPr>
              <a:t>"Utmost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8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been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20" dirty="0">
                <a:latin typeface="Times New Roman"/>
                <a:cs typeface="Times New Roman"/>
              </a:rPr>
              <a:t> website.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case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20" dirty="0">
                <a:latin typeface="Times New Roman"/>
                <a:cs typeface="Times New Roman"/>
              </a:rPr>
              <a:t>controller</a:t>
            </a:r>
            <a:r>
              <a:rPr sz="1050" b="1" spc="-11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 </a:t>
            </a: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7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989" y="1838705"/>
            <a:ext cx="9937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2029" y="1838705"/>
            <a:ext cx="8229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73152313001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989" y="2219325"/>
            <a:ext cx="13195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2029" y="2219325"/>
            <a:ext cx="5124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spc="-55" dirty="0">
                <a:latin typeface="Times New Roman"/>
                <a:cs typeface="Times New Roman"/>
              </a:rPr>
              <a:t>CRIS</a:t>
            </a:r>
            <a:r>
              <a:rPr sz="1050" b="1" spc="-14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989" y="2600655"/>
            <a:ext cx="69532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2029" y="2600655"/>
            <a:ext cx="240665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Computer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579" y="156463"/>
            <a:ext cx="7594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Times New Roman"/>
                <a:cs typeface="Times New Roman"/>
              </a:rPr>
              <a:t>07/09/2023,</a:t>
            </a:r>
            <a:r>
              <a:rPr sz="800" spc="-2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1483" y="156463"/>
            <a:ext cx="68453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70" y="414134"/>
            <a:ext cx="969860" cy="11319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80970" y="519176"/>
            <a:ext cx="4581525" cy="113601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847725" marR="372745" indent="-502920">
              <a:lnSpc>
                <a:spcPts val="2000"/>
              </a:lnSpc>
              <a:spcBef>
                <a:spcPts val="300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COLLEGE</a:t>
            </a:r>
            <a:r>
              <a:rPr sz="1800" b="1" spc="10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60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5" dirty="0">
                <a:latin typeface="Tahoma"/>
                <a:cs typeface="Tahoma"/>
              </a:rPr>
              <a:t>TIRUCHENGODE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4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637</a:t>
            </a:r>
            <a:r>
              <a:rPr sz="1800" b="1" spc="-29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  <a:spcBef>
                <a:spcPts val="85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3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1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-3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 SEMESTER</a:t>
            </a:r>
            <a:r>
              <a:rPr sz="1350" b="1" spc="10" dirty="0">
                <a:latin typeface="Tahoma"/>
                <a:cs typeface="Tahoma"/>
              </a:rPr>
              <a:t> </a:t>
            </a:r>
            <a:r>
              <a:rPr sz="1350" b="1" spc="-70" dirty="0">
                <a:latin typeface="Tahoma"/>
                <a:cs typeface="Tahoma"/>
              </a:rPr>
              <a:t>EXAMINATIONS</a:t>
            </a:r>
            <a:r>
              <a:rPr sz="1350" b="1" spc="-195" dirty="0">
                <a:latin typeface="Tahoma"/>
                <a:cs typeface="Tahoma"/>
              </a:rPr>
              <a:t> </a:t>
            </a:r>
            <a:r>
              <a:rPr sz="1350" b="1" spc="-10" dirty="0">
                <a:latin typeface="Tahoma"/>
                <a:cs typeface="Tahoma"/>
              </a:rPr>
              <a:t>-</a:t>
            </a:r>
            <a:r>
              <a:rPr sz="1350" b="1" spc="-204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June</a:t>
            </a:r>
            <a:r>
              <a:rPr sz="1350" b="1" spc="-15" dirty="0">
                <a:latin typeface="Tahoma"/>
                <a:cs typeface="Tahoma"/>
              </a:rPr>
              <a:t> </a:t>
            </a:r>
            <a:r>
              <a:rPr sz="1350" b="1" spc="-10" dirty="0">
                <a:latin typeface="Tahoma"/>
                <a:cs typeface="Tahoma"/>
              </a:rPr>
              <a:t>-</a:t>
            </a:r>
            <a:r>
              <a:rPr sz="1350" b="1" spc="-140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2024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579" y="10376553"/>
            <a:ext cx="958850" cy="1390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8639" y="6164960"/>
            <a:ext cx="5697855" cy="924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Revaluation</a:t>
            </a:r>
            <a:r>
              <a:rPr sz="1050" b="1" spc="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&amp;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fees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:11-</a:t>
            </a:r>
            <a:r>
              <a:rPr sz="1050" b="1" spc="-10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marL="12700" marR="5080" algn="ctr">
              <a:lnSpc>
                <a:spcPct val="118100"/>
              </a:lnSpc>
              <a:spcBef>
                <a:spcPts val="575"/>
              </a:spcBef>
            </a:pPr>
            <a:r>
              <a:rPr sz="1050" b="1" spc="-10" dirty="0">
                <a:latin typeface="Times New Roman"/>
                <a:cs typeface="Times New Roman"/>
              </a:rPr>
              <a:t>"Utmost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9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 </a:t>
            </a:r>
            <a:r>
              <a:rPr sz="1050" b="1" spc="-10" dirty="0">
                <a:latin typeface="Times New Roman"/>
                <a:cs typeface="Times New Roman"/>
              </a:rPr>
              <a:t>been</a:t>
            </a:r>
            <a:r>
              <a:rPr sz="1050" b="1" spc="-8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0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website.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case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controller</a:t>
            </a:r>
            <a:r>
              <a:rPr sz="1050" b="1" spc="-12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 </a:t>
            </a: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989" y="1838705"/>
            <a:ext cx="9937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2029" y="1838705"/>
            <a:ext cx="8229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73152313002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989" y="2219325"/>
            <a:ext cx="13195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2029" y="2219325"/>
            <a:ext cx="10147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20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SIVA</a:t>
            </a:r>
            <a:r>
              <a:rPr sz="1050" b="1" spc="-85" dirty="0">
                <a:latin typeface="Times New Roman"/>
                <a:cs typeface="Times New Roman"/>
              </a:rPr>
              <a:t> </a:t>
            </a:r>
            <a:r>
              <a:rPr sz="1050" b="1" spc="-45" dirty="0">
                <a:latin typeface="Times New Roman"/>
                <a:cs typeface="Times New Roman"/>
              </a:rPr>
              <a:t>KUMAR</a:t>
            </a:r>
            <a:r>
              <a:rPr sz="1050" b="1" spc="-114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989" y="2600655"/>
            <a:ext cx="69532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72029" y="2600655"/>
            <a:ext cx="240665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Computer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31825" y="2993961"/>
          <a:ext cx="6276975" cy="595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10795" algn="ctr">
                        <a:lnSpc>
                          <a:spcPts val="1235"/>
                        </a:lnSpc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SEMESTER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880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GRADE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OBTAINED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1143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20MA151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3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Environmental</a:t>
                      </a:r>
                      <a:r>
                        <a:rPr sz="10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0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Engineering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508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20PH051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3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Physics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579" y="156463"/>
            <a:ext cx="7594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Times New Roman"/>
                <a:cs typeface="Times New Roman"/>
              </a:rPr>
              <a:t>07/09/2023,</a:t>
            </a:r>
            <a:r>
              <a:rPr sz="800" spc="-2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1483" y="156463"/>
            <a:ext cx="68453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70" y="414134"/>
            <a:ext cx="969860" cy="11319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6502" y="519176"/>
            <a:ext cx="4449445" cy="113601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782320" marR="305435" indent="-502920">
              <a:lnSpc>
                <a:spcPts val="2000"/>
              </a:lnSpc>
              <a:spcBef>
                <a:spcPts val="300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COLLEGE</a:t>
            </a:r>
            <a:r>
              <a:rPr sz="1800" b="1" spc="10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60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5" dirty="0">
                <a:latin typeface="Tahoma"/>
                <a:cs typeface="Tahoma"/>
              </a:rPr>
              <a:t>TIRUCHENGODE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4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637</a:t>
            </a:r>
            <a:r>
              <a:rPr sz="1800" b="1" spc="-29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 dirty="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  <a:spcBef>
                <a:spcPts val="85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1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0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</a:t>
            </a:r>
            <a:r>
              <a:rPr sz="1350" b="1" spc="1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SEMESTER</a:t>
            </a:r>
            <a:r>
              <a:rPr sz="1350" b="1" spc="30" dirty="0">
                <a:latin typeface="Tahoma"/>
                <a:cs typeface="Tahoma"/>
              </a:rPr>
              <a:t> </a:t>
            </a:r>
            <a:r>
              <a:rPr sz="1350" b="1" spc="-70" dirty="0">
                <a:latin typeface="Tahoma"/>
                <a:cs typeface="Tahoma"/>
              </a:rPr>
              <a:t>EXAMINATIONS</a:t>
            </a:r>
            <a:r>
              <a:rPr sz="1350" b="1" spc="-22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–</a:t>
            </a:r>
            <a:r>
              <a:rPr sz="1350" b="1" spc="-140" dirty="0">
                <a:latin typeface="Tahoma"/>
                <a:cs typeface="Tahoma"/>
              </a:rPr>
              <a:t> </a:t>
            </a:r>
            <a:r>
              <a:rPr lang="en-US" sz="1350" b="1" spc="-35" dirty="0">
                <a:latin typeface="Tahoma"/>
                <a:cs typeface="Tahoma"/>
              </a:rPr>
              <a:t>jun</a:t>
            </a:r>
            <a:r>
              <a:rPr sz="1350" b="1" spc="-35" dirty="0">
                <a:latin typeface="Tahoma"/>
                <a:cs typeface="Tahoma"/>
              </a:rPr>
              <a:t>-</a:t>
            </a:r>
            <a:r>
              <a:rPr sz="1350" b="1" spc="-20" dirty="0">
                <a:latin typeface="Tahoma"/>
                <a:cs typeface="Tahoma"/>
              </a:rPr>
              <a:t>2024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579" y="10376553"/>
            <a:ext cx="958850" cy="1390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25" dirty="0"/>
              <a:t>1/1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1382" y="5583681"/>
            <a:ext cx="5683885" cy="933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Revaluation</a:t>
            </a:r>
            <a:r>
              <a:rPr sz="1050" b="1" spc="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8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&amp;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10" dirty="0">
                <a:latin typeface="Times New Roman"/>
                <a:cs typeface="Times New Roman"/>
              </a:rPr>
              <a:t> fees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spc="-40" dirty="0">
                <a:latin typeface="Times New Roman"/>
                <a:cs typeface="Times New Roman"/>
              </a:rPr>
              <a:t>:11-</a:t>
            </a:r>
            <a:r>
              <a:rPr sz="1050" b="1" spc="-10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marL="12700" marR="5080" algn="ctr">
              <a:lnSpc>
                <a:spcPct val="116199"/>
              </a:lnSpc>
              <a:spcBef>
                <a:spcPts val="695"/>
              </a:spcBef>
            </a:pPr>
            <a:r>
              <a:rPr sz="1050" b="1" spc="-10" dirty="0">
                <a:latin typeface="Times New Roman"/>
                <a:cs typeface="Times New Roman"/>
              </a:rPr>
              <a:t>"Utmost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8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been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20" dirty="0">
                <a:latin typeface="Times New Roman"/>
                <a:cs typeface="Times New Roman"/>
              </a:rPr>
              <a:t> website.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case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20" dirty="0">
                <a:latin typeface="Times New Roman"/>
                <a:cs typeface="Times New Roman"/>
              </a:rPr>
              <a:t>controller</a:t>
            </a:r>
            <a:r>
              <a:rPr sz="1050" b="1" spc="-11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 </a:t>
            </a: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7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989" y="1838705"/>
            <a:ext cx="9937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2029" y="1838705"/>
            <a:ext cx="8229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73152313003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989" y="2219325"/>
            <a:ext cx="13195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2029" y="2219325"/>
            <a:ext cx="6654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45" dirty="0">
                <a:latin typeface="Times New Roman"/>
                <a:cs typeface="Times New Roman"/>
              </a:rPr>
              <a:t>EDWIN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989" y="2600655"/>
            <a:ext cx="69532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72029" y="2600655"/>
            <a:ext cx="240665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Computer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31825" y="2993961"/>
          <a:ext cx="6276975" cy="595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10795" algn="ctr">
                        <a:lnSpc>
                          <a:spcPts val="1235"/>
                        </a:lnSpc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SEMESTER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880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GRADE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OBTAINED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1143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20MA151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3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Environmental</a:t>
                      </a:r>
                      <a:r>
                        <a:rPr sz="10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0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Engineering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508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3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20PH051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35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0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Physics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235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385</Words>
  <Application>Microsoft Office PowerPoint</Application>
  <PresentationFormat>Custom</PresentationFormat>
  <Paragraphs>108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Mohammed Ashik M</cp:lastModifiedBy>
  <cp:revision>1</cp:revision>
  <dcterms:created xsi:type="dcterms:W3CDTF">2026-06-16T17:40:34Z</dcterms:created>
  <dcterms:modified xsi:type="dcterms:W3CDTF">2026-06-16T17:42:57Z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2026-06-16T00:00:00Z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2026-06-16T00:00:00Z</vt:filetime>
  </property>
  <property fmtid="{D5CDD505-2E9C-101B-9397-08002B2CF9AE}" pid="6" name="Producer">
    <vt:lpwstr>Microsoft® PowerPoint® 2021</vt:lpwstr>
  </property>
</Properties>
</file>